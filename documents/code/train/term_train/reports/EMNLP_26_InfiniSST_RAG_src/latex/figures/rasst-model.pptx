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2"/>
    <p:restoredTop sz="96405"/>
  </p:normalViewPr>
  <p:slideViewPr>
    <p:cSldViewPr snapToGrid="0" showGuides="1">
      <p:cViewPr>
        <p:scale>
          <a:sx n="170" d="100"/>
          <a:sy n="170" d="100"/>
        </p:scale>
        <p:origin x="520" y="13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85561-C155-1127-2372-1A6A6A8B07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9605A6-3E1B-0E6F-1CD8-BE1F7471F1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7B3043-1588-8469-A500-25A24018C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9FA69-CEF5-9A40-8A23-06C23D6EAADF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ADD1BB-EA1E-083E-09EE-E4F538865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53352-E0CA-38EC-8447-EAE01B549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1FC8C-C496-F844-AE8F-19D00AEDF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188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47A11-A457-AE22-A2FF-2AEE44CAA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061EE-93A7-43CB-25CC-786ADB2184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D6FD8D-9B76-0503-2B5C-E283D3A66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9FA69-CEF5-9A40-8A23-06C23D6EAADF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0052F5-749A-FAD2-3550-20DFB12C9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2F67DD-B776-817E-9C56-BCDBB0D34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1FC8C-C496-F844-AE8F-19D00AEDF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123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A6290-5E0E-7DFE-0C84-536ADA1CA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D0ADC5-A4AE-F1AA-1E09-BE880C1BF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7B9B7F-EA1D-15AB-86CC-238FD60AD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9FA69-CEF5-9A40-8A23-06C23D6EAADF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2FE95E-1B23-68B8-982E-06D313548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19F2F7-CD64-3E00-D312-BCB39FC0F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1FC8C-C496-F844-AE8F-19D00AEDF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031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164CB-B306-B74B-F431-3A8DAE3DB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2CCB0-F714-D409-D3BB-93DD8DE503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39E9C3-6D87-3303-7260-87D2DC3B7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CFCEC-2CE5-BD67-548C-3BE70AA4F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9FA69-CEF5-9A40-8A23-06C23D6EAADF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A3974-404B-DE1A-3D7B-10FC77A56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30FB8E-A8C9-8C42-5FD1-316CBF324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1FC8C-C496-F844-AE8F-19D00AEDF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176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EA4DA-776E-267E-E70A-6396544FE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B5A4C2-7D8D-41B7-2E57-21E3D3ACA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36728-6660-560D-4C56-1F377B768D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ACDDA2-D025-5714-482D-21683EC179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5338A4-1681-42FD-020F-2F90BF56BF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5461EF-FC68-A538-D2DC-8AE74A08C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9FA69-CEF5-9A40-8A23-06C23D6EAADF}" type="datetimeFigureOut">
              <a:rPr lang="en-US" smtClean="0"/>
              <a:t>1/6/26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DA2240-252D-06A7-31E1-FC4F9FBEC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8E189A-3E4D-66E5-9F87-4727EE257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1FC8C-C496-F844-AE8F-19D00AEDF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593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F7662-2ECA-9DE9-6210-42CA63F50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B84FF9-F5DA-310C-9C14-93E764CE4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9FA69-CEF5-9A40-8A23-06C23D6EAADF}" type="datetimeFigureOut">
              <a:rPr lang="en-US" smtClean="0"/>
              <a:t>1/6/26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3430A-E7D2-C0FB-BC98-86CA597E6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86B6F5-A40E-4AAA-133C-2104F723B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1FC8C-C496-F844-AE8F-19D00AEDF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822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0157CC-BF66-289F-53D6-B565FFEBB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9FA69-CEF5-9A40-8A23-06C23D6EAADF}" type="datetimeFigureOut">
              <a:rPr lang="en-US" smtClean="0"/>
              <a:t>1/6/26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F75294-277D-5C9F-9E52-BE55456B4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11CA88-A238-14C5-B5DE-63C876DFB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1FC8C-C496-F844-AE8F-19D00AEDF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521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972F5-13F1-FFDE-8735-87D797301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AD049-8353-CB18-30E1-8D816FC39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ABBBEE-165C-A9DB-E20A-085C754CDC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01574-F4D2-480B-72C3-863BB42AC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9FA69-CEF5-9A40-8A23-06C23D6EAADF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C5937-A080-64FF-D85A-F9338AD54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CE3977-5032-5042-B4A4-2511BD8C2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1FC8C-C496-F844-AE8F-19D00AEDF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695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4D338-6EE4-688A-B144-DE0F02CF2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CDFCF2-DD84-093F-89F0-67EC4B85EA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9279C0-9924-1F1B-0859-77A64D3855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7975D-82EF-1B08-CFA5-FCA07B176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9FA69-CEF5-9A40-8A23-06C23D6EAADF}" type="datetimeFigureOut">
              <a:rPr lang="en-US" smtClean="0"/>
              <a:t>1/6/26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FFCE1-FB93-7610-49DF-B976418FC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0BAF2A-8E96-6C1D-6733-C5E5107E5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1FC8C-C496-F844-AE8F-19D00AEDF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539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AC18B-2480-5326-FF20-2365DEBA2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BBBB10-B28C-C15F-F348-C9A84ECE7A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40FD3B-1773-63EB-8DDB-63C45C708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9FA69-CEF5-9A40-8A23-06C23D6EAADF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C16952-94FC-5279-6A12-378FB416F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3282D5-F8E2-48EF-8CCB-6A5D8003A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1FC8C-C496-F844-AE8F-19D00AEDF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3736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EC2D0A-721B-6289-A498-FF3D9518E8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E1985F-802C-28FA-EB34-36E2450B9A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9867A-CDE7-E875-1F91-6E54DD9A31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9FA69-CEF5-9A40-8A23-06C23D6EAADF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DE387-6970-0324-39F1-5C3E0599E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8F8F45-9D69-2E29-4817-4E74AAB5D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E1FC8C-C496-F844-AE8F-19D00AEDF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46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773DB2-18B9-2626-EE12-4AC002A85D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39D582-BA60-9E5E-A8F9-6B47162DD9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954936-5EE3-5F6E-E52A-94B07C8711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89FA69-CEF5-9A40-8A23-06C23D6EAADF}" type="datetimeFigureOut">
              <a:rPr lang="en-US" smtClean="0"/>
              <a:t>1/6/26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87FA0-74E9-55C4-5FAE-9E6C462D8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3699C6-0818-3F75-4ED6-557FC088C1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E1FC8C-C496-F844-AE8F-19D00AEDFF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148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ounded Rectangle 138">
            <a:extLst>
              <a:ext uri="{FF2B5EF4-FFF2-40B4-BE49-F238E27FC236}">
                <a16:creationId xmlns:a16="http://schemas.microsoft.com/office/drawing/2014/main" id="{DE39DF0E-A6E2-F1A0-1EE5-CB20806844A6}"/>
              </a:ext>
            </a:extLst>
          </p:cNvPr>
          <p:cNvSpPr/>
          <p:nvPr/>
        </p:nvSpPr>
        <p:spPr>
          <a:xfrm>
            <a:off x="2150584" y="3598088"/>
            <a:ext cx="4362402" cy="1108015"/>
          </a:xfrm>
          <a:prstGeom prst="roundRect">
            <a:avLst>
              <a:gd name="adj" fmla="val 7123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pic>
        <p:nvPicPr>
          <p:cNvPr id="140" name="Picture 139">
            <a:extLst>
              <a:ext uri="{FF2B5EF4-FFF2-40B4-BE49-F238E27FC236}">
                <a16:creationId xmlns:a16="http://schemas.microsoft.com/office/drawing/2014/main" id="{2523E324-2652-D47C-9FA7-902A60EB52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9718" t="8272" r="7819" b="18464"/>
          <a:stretch/>
        </p:blipFill>
        <p:spPr>
          <a:xfrm>
            <a:off x="2150585" y="4877405"/>
            <a:ext cx="4362402" cy="1008436"/>
          </a:xfrm>
          <a:prstGeom prst="rect">
            <a:avLst/>
          </a:prstGeom>
        </p:spPr>
      </p:pic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F1E5CD2A-9CA8-44F6-8265-A6A9DA93FF9C}"/>
              </a:ext>
            </a:extLst>
          </p:cNvPr>
          <p:cNvCxnSpPr>
            <a:cxnSpLocks/>
          </p:cNvCxnSpPr>
          <p:nvPr/>
        </p:nvCxnSpPr>
        <p:spPr>
          <a:xfrm>
            <a:off x="2156405" y="4759534"/>
            <a:ext cx="0" cy="1126307"/>
          </a:xfrm>
          <a:prstGeom prst="line">
            <a:avLst/>
          </a:prstGeom>
          <a:ln w="9525">
            <a:solidFill>
              <a:schemeClr val="accent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238F26FF-9CE0-D064-0176-B438CF10E529}"/>
              </a:ext>
            </a:extLst>
          </p:cNvPr>
          <p:cNvCxnSpPr>
            <a:cxnSpLocks/>
          </p:cNvCxnSpPr>
          <p:nvPr/>
        </p:nvCxnSpPr>
        <p:spPr>
          <a:xfrm>
            <a:off x="6518808" y="4759534"/>
            <a:ext cx="0" cy="1126307"/>
          </a:xfrm>
          <a:prstGeom prst="line">
            <a:avLst/>
          </a:prstGeom>
          <a:ln w="9525">
            <a:solidFill>
              <a:schemeClr val="accent1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Oval 145">
            <a:extLst>
              <a:ext uri="{FF2B5EF4-FFF2-40B4-BE49-F238E27FC236}">
                <a16:creationId xmlns:a16="http://schemas.microsoft.com/office/drawing/2014/main" id="{B926D6C8-4DD4-E955-750A-6FBD8C1CF2CF}"/>
              </a:ext>
            </a:extLst>
          </p:cNvPr>
          <p:cNvSpPr>
            <a:spLocks noChangeAspect="1"/>
          </p:cNvSpPr>
          <p:nvPr/>
        </p:nvSpPr>
        <p:spPr>
          <a:xfrm>
            <a:off x="2953364" y="3724719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47" name="Oval 146">
            <a:extLst>
              <a:ext uri="{FF2B5EF4-FFF2-40B4-BE49-F238E27FC236}">
                <a16:creationId xmlns:a16="http://schemas.microsoft.com/office/drawing/2014/main" id="{EFAC1A0C-01B8-6FB5-C7D5-DD0A76C7A2E2}"/>
              </a:ext>
            </a:extLst>
          </p:cNvPr>
          <p:cNvSpPr>
            <a:spLocks noChangeAspect="1"/>
          </p:cNvSpPr>
          <p:nvPr/>
        </p:nvSpPr>
        <p:spPr>
          <a:xfrm>
            <a:off x="3802687" y="3724719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48" name="Oval 147">
            <a:extLst>
              <a:ext uri="{FF2B5EF4-FFF2-40B4-BE49-F238E27FC236}">
                <a16:creationId xmlns:a16="http://schemas.microsoft.com/office/drawing/2014/main" id="{737953F2-DC72-1DA8-2255-07B12E153FFA}"/>
              </a:ext>
            </a:extLst>
          </p:cNvPr>
          <p:cNvSpPr>
            <a:spLocks noChangeAspect="1"/>
          </p:cNvSpPr>
          <p:nvPr/>
        </p:nvSpPr>
        <p:spPr>
          <a:xfrm>
            <a:off x="2953364" y="4465318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49" name="Oval 148">
            <a:extLst>
              <a:ext uri="{FF2B5EF4-FFF2-40B4-BE49-F238E27FC236}">
                <a16:creationId xmlns:a16="http://schemas.microsoft.com/office/drawing/2014/main" id="{BB5D0122-C2DF-1B3F-5817-D7F6873493D0}"/>
              </a:ext>
            </a:extLst>
          </p:cNvPr>
          <p:cNvSpPr>
            <a:spLocks noChangeAspect="1"/>
          </p:cNvSpPr>
          <p:nvPr/>
        </p:nvSpPr>
        <p:spPr>
          <a:xfrm>
            <a:off x="3802687" y="4465318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0844A485-4432-6AF1-ADBD-3476CCE2CF4A}"/>
              </a:ext>
            </a:extLst>
          </p:cNvPr>
          <p:cNvSpPr txBox="1"/>
          <p:nvPr/>
        </p:nvSpPr>
        <p:spPr>
          <a:xfrm>
            <a:off x="763513" y="3629845"/>
            <a:ext cx="1571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Streaming </a:t>
            </a:r>
            <a:r>
              <a:rPr lang="en-CN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Speech Encoder</a:t>
            </a:r>
          </a:p>
        </p:txBody>
      </p:sp>
      <p:cxnSp>
        <p:nvCxnSpPr>
          <p:cNvPr id="151" name="Straight Arrow Connector 150">
            <a:extLst>
              <a:ext uri="{FF2B5EF4-FFF2-40B4-BE49-F238E27FC236}">
                <a16:creationId xmlns:a16="http://schemas.microsoft.com/office/drawing/2014/main" id="{9DDDE39B-3158-0885-6B21-BE88D6FAC313}"/>
              </a:ext>
            </a:extLst>
          </p:cNvPr>
          <p:cNvCxnSpPr>
            <a:endCxn id="148" idx="0"/>
          </p:cNvCxnSpPr>
          <p:nvPr/>
        </p:nvCxnSpPr>
        <p:spPr>
          <a:xfrm>
            <a:off x="3064538" y="3911977"/>
            <a:ext cx="1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CA9BBA17-056E-F7D3-9808-7FB5EDFB5653}"/>
              </a:ext>
            </a:extLst>
          </p:cNvPr>
          <p:cNvCxnSpPr>
            <a:cxnSpLocks/>
            <a:stCxn id="147" idx="4"/>
            <a:endCxn id="148" idx="0"/>
          </p:cNvCxnSpPr>
          <p:nvPr/>
        </p:nvCxnSpPr>
        <p:spPr>
          <a:xfrm flipH="1">
            <a:off x="3064539" y="3911977"/>
            <a:ext cx="849323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D37AA2A7-E3D3-B554-3A99-5AC73BA2D984}"/>
              </a:ext>
            </a:extLst>
          </p:cNvPr>
          <p:cNvCxnSpPr>
            <a:cxnSpLocks/>
            <a:stCxn id="146" idx="4"/>
            <a:endCxn id="149" idx="0"/>
          </p:cNvCxnSpPr>
          <p:nvPr/>
        </p:nvCxnSpPr>
        <p:spPr>
          <a:xfrm>
            <a:off x="3064539" y="3911977"/>
            <a:ext cx="849323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Arrow Connector 153">
            <a:extLst>
              <a:ext uri="{FF2B5EF4-FFF2-40B4-BE49-F238E27FC236}">
                <a16:creationId xmlns:a16="http://schemas.microsoft.com/office/drawing/2014/main" id="{D88700F6-03AE-66CA-751C-F424879CF5A9}"/>
              </a:ext>
            </a:extLst>
          </p:cNvPr>
          <p:cNvCxnSpPr>
            <a:cxnSpLocks/>
            <a:stCxn id="147" idx="4"/>
            <a:endCxn id="149" idx="0"/>
          </p:cNvCxnSpPr>
          <p:nvPr/>
        </p:nvCxnSpPr>
        <p:spPr>
          <a:xfrm>
            <a:off x="3913862" y="3911977"/>
            <a:ext cx="0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ounded Rectangle 154">
            <a:extLst>
              <a:ext uri="{FF2B5EF4-FFF2-40B4-BE49-F238E27FC236}">
                <a16:creationId xmlns:a16="http://schemas.microsoft.com/office/drawing/2014/main" id="{093A43A4-A1C6-9C61-A5FF-A16F983297E9}"/>
              </a:ext>
            </a:extLst>
          </p:cNvPr>
          <p:cNvSpPr/>
          <p:nvPr/>
        </p:nvSpPr>
        <p:spPr>
          <a:xfrm>
            <a:off x="409552" y="1400263"/>
            <a:ext cx="11077598" cy="562726"/>
          </a:xfrm>
          <a:prstGeom prst="roundRect">
            <a:avLst/>
          </a:prstGeom>
          <a:ln w="1905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(Multi-turn) </a:t>
            </a:r>
            <a:r>
              <a:rPr lang="en-CN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Large Language Model</a:t>
            </a:r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B4B30FA6-6B5B-106D-97D6-064E7E3A0D54}"/>
              </a:ext>
            </a:extLst>
          </p:cNvPr>
          <p:cNvSpPr txBox="1"/>
          <p:nvPr/>
        </p:nvSpPr>
        <p:spPr>
          <a:xfrm>
            <a:off x="317837" y="2039189"/>
            <a:ext cx="21771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&lt;</a:t>
            </a:r>
            <a:r>
              <a:rPr lang="en-US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System </a:t>
            </a:r>
            <a:r>
              <a:rPr lang="en-CN" sz="1400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INSTRUCTION&gt;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63208BA8-31F5-F8AA-96FC-D54D3D4EB5A9}"/>
              </a:ext>
            </a:extLst>
          </p:cNvPr>
          <p:cNvSpPr txBox="1"/>
          <p:nvPr/>
        </p:nvSpPr>
        <p:spPr>
          <a:xfrm>
            <a:off x="2306335" y="2032574"/>
            <a:ext cx="8627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&lt;USER&gt;</a:t>
            </a: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11945C3F-DFB5-798A-91FC-3662D748D194}"/>
              </a:ext>
            </a:extLst>
          </p:cNvPr>
          <p:cNvSpPr/>
          <p:nvPr/>
        </p:nvSpPr>
        <p:spPr>
          <a:xfrm>
            <a:off x="2522812" y="3241912"/>
            <a:ext cx="306354" cy="2521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>
                <a:latin typeface="Helvetica Neue Light" panose="02000403000000020004" pitchFamily="2" charset="0"/>
                <a:ea typeface="Helvetica Neue Light" panose="02000403000000020004" pitchFamily="2" charset="0"/>
              </a:rPr>
              <a:t>1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EB758FA8-FE1D-0CC0-8B00-549E26A88F4B}"/>
              </a:ext>
            </a:extLst>
          </p:cNvPr>
          <p:cNvSpPr txBox="1"/>
          <p:nvPr/>
        </p:nvSpPr>
        <p:spPr>
          <a:xfrm>
            <a:off x="3869032" y="2052724"/>
            <a:ext cx="13218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&lt;ASSISTANT&gt;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B3942C0F-7C53-0355-C16F-7E27A88889C0}"/>
              </a:ext>
            </a:extLst>
          </p:cNvPr>
          <p:cNvSpPr txBox="1"/>
          <p:nvPr/>
        </p:nvSpPr>
        <p:spPr>
          <a:xfrm>
            <a:off x="4982896" y="2039188"/>
            <a:ext cx="378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我</a:t>
            </a:r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F6DFC3C8-7D60-3360-8DF0-68E41CDAAE00}"/>
              </a:ext>
            </a:extLst>
          </p:cNvPr>
          <p:cNvSpPr txBox="1"/>
          <p:nvPr/>
        </p:nvSpPr>
        <p:spPr>
          <a:xfrm>
            <a:off x="5184325" y="2045956"/>
            <a:ext cx="7377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&lt;EOT&gt;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8534556A-9505-B297-9AD1-7FE21006164C}"/>
              </a:ext>
            </a:extLst>
          </p:cNvPr>
          <p:cNvSpPr txBox="1"/>
          <p:nvPr/>
        </p:nvSpPr>
        <p:spPr>
          <a:xfrm>
            <a:off x="5731597" y="2052723"/>
            <a:ext cx="8627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&lt;USER&gt;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8CFA9F95-B831-8294-160A-E1F1ECB0F965}"/>
              </a:ext>
            </a:extLst>
          </p:cNvPr>
          <p:cNvSpPr txBox="1"/>
          <p:nvPr/>
        </p:nvSpPr>
        <p:spPr>
          <a:xfrm>
            <a:off x="3330215" y="2045989"/>
            <a:ext cx="7377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&lt;EOT&gt;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4EF09C54-DEF4-64D7-355E-B932EBC6FA87}"/>
              </a:ext>
            </a:extLst>
          </p:cNvPr>
          <p:cNvSpPr txBox="1"/>
          <p:nvPr/>
        </p:nvSpPr>
        <p:spPr>
          <a:xfrm>
            <a:off x="8341872" y="2009187"/>
            <a:ext cx="13218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&lt;ASSISTANT&gt;</a:t>
            </a: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0F1BFAEC-CEB5-0364-CBA3-F255235F9C2F}"/>
              </a:ext>
            </a:extLst>
          </p:cNvPr>
          <p:cNvSpPr txBox="1"/>
          <p:nvPr/>
        </p:nvSpPr>
        <p:spPr>
          <a:xfrm>
            <a:off x="4440368" y="1066195"/>
            <a:ext cx="378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我</a:t>
            </a:r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8436C6C6-13AF-82A6-87D7-7C623AA7AD4A}"/>
              </a:ext>
            </a:extLst>
          </p:cNvPr>
          <p:cNvSpPr txBox="1"/>
          <p:nvPr/>
        </p:nvSpPr>
        <p:spPr>
          <a:xfrm>
            <a:off x="4884358" y="1066195"/>
            <a:ext cx="7377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&lt;EOT&gt;</a:t>
            </a:r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C9AAD285-BF03-AC39-02BE-842DB976EB43}"/>
              </a:ext>
            </a:extLst>
          </p:cNvPr>
          <p:cNvSpPr txBox="1"/>
          <p:nvPr/>
        </p:nvSpPr>
        <p:spPr>
          <a:xfrm>
            <a:off x="9417664" y="2009187"/>
            <a:ext cx="378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上</a:t>
            </a:r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96B6E8C9-2CA6-7E23-6871-93082B22DB98}"/>
              </a:ext>
            </a:extLst>
          </p:cNvPr>
          <p:cNvSpPr txBox="1"/>
          <p:nvPr/>
        </p:nvSpPr>
        <p:spPr>
          <a:xfrm>
            <a:off x="9645967" y="2009187"/>
            <a:ext cx="378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周</a:t>
            </a:r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A8A5D5E9-177A-60AC-998E-B6BF6FA60FB5}"/>
              </a:ext>
            </a:extLst>
          </p:cNvPr>
          <p:cNvSpPr txBox="1"/>
          <p:nvPr/>
        </p:nvSpPr>
        <p:spPr>
          <a:xfrm>
            <a:off x="9878041" y="2009187"/>
            <a:ext cx="378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去</a:t>
            </a:r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5BAA66FB-EB53-AE87-64F7-F34587205BD1}"/>
              </a:ext>
            </a:extLst>
          </p:cNvPr>
          <p:cNvSpPr txBox="1"/>
          <p:nvPr/>
        </p:nvSpPr>
        <p:spPr>
          <a:xfrm>
            <a:off x="10131047" y="2009187"/>
            <a:ext cx="1101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迪士尼</a:t>
            </a:r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D2978EB7-AB71-B849-2966-B44867B76AF1}"/>
              </a:ext>
            </a:extLst>
          </p:cNvPr>
          <p:cNvSpPr txBox="1"/>
          <p:nvPr/>
        </p:nvSpPr>
        <p:spPr>
          <a:xfrm>
            <a:off x="10110115" y="2009187"/>
            <a:ext cx="378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了</a:t>
            </a:r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82364743-6504-19C9-0064-E79B09942CD6}"/>
              </a:ext>
            </a:extLst>
          </p:cNvPr>
          <p:cNvSpPr txBox="1"/>
          <p:nvPr/>
        </p:nvSpPr>
        <p:spPr>
          <a:xfrm>
            <a:off x="10876823" y="2009187"/>
            <a:ext cx="7377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&lt;EOT&gt;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87F8FBE4-6665-F15C-D41D-991F12244B7A}"/>
              </a:ext>
            </a:extLst>
          </p:cNvPr>
          <p:cNvSpPr txBox="1"/>
          <p:nvPr/>
        </p:nvSpPr>
        <p:spPr>
          <a:xfrm>
            <a:off x="8883976" y="1066195"/>
            <a:ext cx="378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上</a:t>
            </a:r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4607EDD0-420B-5619-61FF-BA332FCE7046}"/>
              </a:ext>
            </a:extLst>
          </p:cNvPr>
          <p:cNvSpPr txBox="1"/>
          <p:nvPr/>
        </p:nvSpPr>
        <p:spPr>
          <a:xfrm>
            <a:off x="9400562" y="1066195"/>
            <a:ext cx="378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周</a:t>
            </a:r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B02FD25B-53E1-1D7E-9946-3CDFCC491241}"/>
              </a:ext>
            </a:extLst>
          </p:cNvPr>
          <p:cNvSpPr txBox="1"/>
          <p:nvPr/>
        </p:nvSpPr>
        <p:spPr>
          <a:xfrm>
            <a:off x="9645967" y="1066195"/>
            <a:ext cx="378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去</a:t>
            </a:r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DFDF26F0-E315-126B-37EC-0080D2992F17}"/>
              </a:ext>
            </a:extLst>
          </p:cNvPr>
          <p:cNvSpPr txBox="1"/>
          <p:nvPr/>
        </p:nvSpPr>
        <p:spPr>
          <a:xfrm>
            <a:off x="9871860" y="1066195"/>
            <a:ext cx="3783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了</a:t>
            </a:r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CAACA79E-223F-1743-17E3-9250C69A6BD6}"/>
              </a:ext>
            </a:extLst>
          </p:cNvPr>
          <p:cNvSpPr txBox="1"/>
          <p:nvPr/>
        </p:nvSpPr>
        <p:spPr>
          <a:xfrm>
            <a:off x="10643059" y="1066195"/>
            <a:ext cx="7377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&lt;EOT&gt;</a:t>
            </a: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8410F0C4-A9E4-6D74-024C-5CB3D9B3D847}"/>
              </a:ext>
            </a:extLst>
          </p:cNvPr>
          <p:cNvSpPr txBox="1"/>
          <p:nvPr/>
        </p:nvSpPr>
        <p:spPr>
          <a:xfrm>
            <a:off x="7788488" y="2009187"/>
            <a:ext cx="7377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sz="1400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&lt;EOT&gt;</a:t>
            </a:r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BA920A51-EF0B-3B76-6126-2F81CCBCE1A9}"/>
              </a:ext>
            </a:extLst>
          </p:cNvPr>
          <p:cNvSpPr>
            <a:spLocks noChangeAspect="1"/>
          </p:cNvSpPr>
          <p:nvPr/>
        </p:nvSpPr>
        <p:spPr>
          <a:xfrm>
            <a:off x="2564252" y="3724719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F8044752-295F-071E-AE4E-A1F9367B309C}"/>
              </a:ext>
            </a:extLst>
          </p:cNvPr>
          <p:cNvSpPr>
            <a:spLocks noChangeAspect="1"/>
          </p:cNvSpPr>
          <p:nvPr/>
        </p:nvSpPr>
        <p:spPr>
          <a:xfrm>
            <a:off x="2564252" y="4465318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2DDE53B1-9614-9C27-1CAE-B28AC93504CE}"/>
              </a:ext>
            </a:extLst>
          </p:cNvPr>
          <p:cNvCxnSpPr>
            <a:endCxn id="185" idx="0"/>
          </p:cNvCxnSpPr>
          <p:nvPr/>
        </p:nvCxnSpPr>
        <p:spPr>
          <a:xfrm>
            <a:off x="2675427" y="3911977"/>
            <a:ext cx="1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Oval 186">
            <a:extLst>
              <a:ext uri="{FF2B5EF4-FFF2-40B4-BE49-F238E27FC236}">
                <a16:creationId xmlns:a16="http://schemas.microsoft.com/office/drawing/2014/main" id="{84800A1D-9F9D-437E-75ED-8B3C5F94E13A}"/>
              </a:ext>
            </a:extLst>
          </p:cNvPr>
          <p:cNvSpPr>
            <a:spLocks noChangeAspect="1"/>
          </p:cNvSpPr>
          <p:nvPr/>
        </p:nvSpPr>
        <p:spPr>
          <a:xfrm>
            <a:off x="3379374" y="3724719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DC55DC13-93A5-7D72-0B38-BDF6D3EADA41}"/>
              </a:ext>
            </a:extLst>
          </p:cNvPr>
          <p:cNvSpPr>
            <a:spLocks noChangeAspect="1"/>
          </p:cNvSpPr>
          <p:nvPr/>
        </p:nvSpPr>
        <p:spPr>
          <a:xfrm>
            <a:off x="3379374" y="4465318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189" name="Straight Arrow Connector 188">
            <a:extLst>
              <a:ext uri="{FF2B5EF4-FFF2-40B4-BE49-F238E27FC236}">
                <a16:creationId xmlns:a16="http://schemas.microsoft.com/office/drawing/2014/main" id="{E6456CD0-599D-0D76-9E13-F81F47EB1A2A}"/>
              </a:ext>
            </a:extLst>
          </p:cNvPr>
          <p:cNvCxnSpPr>
            <a:endCxn id="188" idx="0"/>
          </p:cNvCxnSpPr>
          <p:nvPr/>
        </p:nvCxnSpPr>
        <p:spPr>
          <a:xfrm>
            <a:off x="3490549" y="3911977"/>
            <a:ext cx="1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Straight Arrow Connector 189">
            <a:extLst>
              <a:ext uri="{FF2B5EF4-FFF2-40B4-BE49-F238E27FC236}">
                <a16:creationId xmlns:a16="http://schemas.microsoft.com/office/drawing/2014/main" id="{B9C20941-8B46-EB0B-2B19-A79E36CD0CC1}"/>
              </a:ext>
            </a:extLst>
          </p:cNvPr>
          <p:cNvCxnSpPr>
            <a:cxnSpLocks/>
            <a:stCxn id="184" idx="4"/>
            <a:endCxn id="148" idx="0"/>
          </p:cNvCxnSpPr>
          <p:nvPr/>
        </p:nvCxnSpPr>
        <p:spPr>
          <a:xfrm>
            <a:off x="2675427" y="3911977"/>
            <a:ext cx="389112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ACACD277-47E3-0431-0A2D-29813577DB4E}"/>
              </a:ext>
            </a:extLst>
          </p:cNvPr>
          <p:cNvCxnSpPr>
            <a:cxnSpLocks/>
            <a:stCxn id="146" idx="4"/>
            <a:endCxn id="185" idx="0"/>
          </p:cNvCxnSpPr>
          <p:nvPr/>
        </p:nvCxnSpPr>
        <p:spPr>
          <a:xfrm flipH="1">
            <a:off x="2675427" y="3911977"/>
            <a:ext cx="389112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1534E566-3B84-3CB9-F12C-3A935F4B7C7C}"/>
              </a:ext>
            </a:extLst>
          </p:cNvPr>
          <p:cNvCxnSpPr>
            <a:cxnSpLocks/>
            <a:stCxn id="184" idx="4"/>
            <a:endCxn id="188" idx="0"/>
          </p:cNvCxnSpPr>
          <p:nvPr/>
        </p:nvCxnSpPr>
        <p:spPr>
          <a:xfrm>
            <a:off x="2675427" y="3911977"/>
            <a:ext cx="815122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5" name="Straight Arrow Connector 1024">
            <a:extLst>
              <a:ext uri="{FF2B5EF4-FFF2-40B4-BE49-F238E27FC236}">
                <a16:creationId xmlns:a16="http://schemas.microsoft.com/office/drawing/2014/main" id="{A845592E-017A-9A7E-E9B0-903633A82045}"/>
              </a:ext>
            </a:extLst>
          </p:cNvPr>
          <p:cNvCxnSpPr>
            <a:cxnSpLocks/>
            <a:stCxn id="184" idx="4"/>
            <a:endCxn id="149" idx="0"/>
          </p:cNvCxnSpPr>
          <p:nvPr/>
        </p:nvCxnSpPr>
        <p:spPr>
          <a:xfrm>
            <a:off x="2675427" y="3911977"/>
            <a:ext cx="1238435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7" name="Straight Arrow Connector 1026">
            <a:extLst>
              <a:ext uri="{FF2B5EF4-FFF2-40B4-BE49-F238E27FC236}">
                <a16:creationId xmlns:a16="http://schemas.microsoft.com/office/drawing/2014/main" id="{92F68A40-A4F4-75FD-8602-B9E613F206D2}"/>
              </a:ext>
            </a:extLst>
          </p:cNvPr>
          <p:cNvCxnSpPr>
            <a:cxnSpLocks/>
            <a:stCxn id="146" idx="4"/>
            <a:endCxn id="188" idx="0"/>
          </p:cNvCxnSpPr>
          <p:nvPr/>
        </p:nvCxnSpPr>
        <p:spPr>
          <a:xfrm>
            <a:off x="3064539" y="3911977"/>
            <a:ext cx="426010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F0BA5FE3-E75B-118C-DCCD-486CBC514C7D}"/>
              </a:ext>
            </a:extLst>
          </p:cNvPr>
          <p:cNvCxnSpPr>
            <a:cxnSpLocks/>
            <a:stCxn id="187" idx="4"/>
            <a:endCxn id="185" idx="0"/>
          </p:cNvCxnSpPr>
          <p:nvPr/>
        </p:nvCxnSpPr>
        <p:spPr>
          <a:xfrm flipH="1">
            <a:off x="2675427" y="3911977"/>
            <a:ext cx="815122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1" name="Straight Arrow Connector 1030">
            <a:extLst>
              <a:ext uri="{FF2B5EF4-FFF2-40B4-BE49-F238E27FC236}">
                <a16:creationId xmlns:a16="http://schemas.microsoft.com/office/drawing/2014/main" id="{7A867849-734B-4BD4-EB66-190FB160C968}"/>
              </a:ext>
            </a:extLst>
          </p:cNvPr>
          <p:cNvCxnSpPr>
            <a:cxnSpLocks/>
            <a:stCxn id="187" idx="4"/>
            <a:endCxn id="148" idx="0"/>
          </p:cNvCxnSpPr>
          <p:nvPr/>
        </p:nvCxnSpPr>
        <p:spPr>
          <a:xfrm flipH="1">
            <a:off x="3064539" y="3911977"/>
            <a:ext cx="426010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2" name="Straight Arrow Connector 1031">
            <a:extLst>
              <a:ext uri="{FF2B5EF4-FFF2-40B4-BE49-F238E27FC236}">
                <a16:creationId xmlns:a16="http://schemas.microsoft.com/office/drawing/2014/main" id="{A0F4C512-DEDA-183F-F1FE-50F992C6C834}"/>
              </a:ext>
            </a:extLst>
          </p:cNvPr>
          <p:cNvCxnSpPr>
            <a:cxnSpLocks/>
            <a:stCxn id="147" idx="4"/>
            <a:endCxn id="188" idx="0"/>
          </p:cNvCxnSpPr>
          <p:nvPr/>
        </p:nvCxnSpPr>
        <p:spPr>
          <a:xfrm flipH="1">
            <a:off x="3490549" y="3911977"/>
            <a:ext cx="423313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3" name="Straight Arrow Connector 1032">
            <a:extLst>
              <a:ext uri="{FF2B5EF4-FFF2-40B4-BE49-F238E27FC236}">
                <a16:creationId xmlns:a16="http://schemas.microsoft.com/office/drawing/2014/main" id="{C9852DD8-CF7E-6E0D-5B05-8AB5BBB77548}"/>
              </a:ext>
            </a:extLst>
          </p:cNvPr>
          <p:cNvCxnSpPr>
            <a:cxnSpLocks/>
            <a:stCxn id="187" idx="4"/>
            <a:endCxn id="149" idx="0"/>
          </p:cNvCxnSpPr>
          <p:nvPr/>
        </p:nvCxnSpPr>
        <p:spPr>
          <a:xfrm>
            <a:off x="3490549" y="3911977"/>
            <a:ext cx="423313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4" name="Straight Arrow Connector 1033">
            <a:extLst>
              <a:ext uri="{FF2B5EF4-FFF2-40B4-BE49-F238E27FC236}">
                <a16:creationId xmlns:a16="http://schemas.microsoft.com/office/drawing/2014/main" id="{C75E760F-F8AA-8191-A346-81E532D947A6}"/>
              </a:ext>
            </a:extLst>
          </p:cNvPr>
          <p:cNvCxnSpPr>
            <a:cxnSpLocks/>
            <a:stCxn id="147" idx="4"/>
            <a:endCxn id="185" idx="0"/>
          </p:cNvCxnSpPr>
          <p:nvPr/>
        </p:nvCxnSpPr>
        <p:spPr>
          <a:xfrm flipH="1">
            <a:off x="2675427" y="3911977"/>
            <a:ext cx="1238435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5" name="Oval 1034">
            <a:extLst>
              <a:ext uri="{FF2B5EF4-FFF2-40B4-BE49-F238E27FC236}">
                <a16:creationId xmlns:a16="http://schemas.microsoft.com/office/drawing/2014/main" id="{6D390AEA-E104-0A2B-CC6C-2E893545884D}"/>
              </a:ext>
            </a:extLst>
          </p:cNvPr>
          <p:cNvSpPr>
            <a:spLocks noChangeAspect="1"/>
          </p:cNvSpPr>
          <p:nvPr/>
        </p:nvSpPr>
        <p:spPr>
          <a:xfrm>
            <a:off x="5067143" y="3718947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036" name="Oval 1035">
            <a:extLst>
              <a:ext uri="{FF2B5EF4-FFF2-40B4-BE49-F238E27FC236}">
                <a16:creationId xmlns:a16="http://schemas.microsoft.com/office/drawing/2014/main" id="{BFDB0DCB-FCE8-1B32-256E-CD5A2841F0F2}"/>
              </a:ext>
            </a:extLst>
          </p:cNvPr>
          <p:cNvSpPr>
            <a:spLocks noChangeAspect="1"/>
          </p:cNvSpPr>
          <p:nvPr/>
        </p:nvSpPr>
        <p:spPr>
          <a:xfrm>
            <a:off x="5916466" y="3718947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037" name="Oval 1036">
            <a:extLst>
              <a:ext uri="{FF2B5EF4-FFF2-40B4-BE49-F238E27FC236}">
                <a16:creationId xmlns:a16="http://schemas.microsoft.com/office/drawing/2014/main" id="{5C2DE217-1291-B8A4-D514-92594071FADB}"/>
              </a:ext>
            </a:extLst>
          </p:cNvPr>
          <p:cNvSpPr>
            <a:spLocks noChangeAspect="1"/>
          </p:cNvSpPr>
          <p:nvPr/>
        </p:nvSpPr>
        <p:spPr>
          <a:xfrm>
            <a:off x="5067143" y="4459546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038" name="Oval 1037">
            <a:extLst>
              <a:ext uri="{FF2B5EF4-FFF2-40B4-BE49-F238E27FC236}">
                <a16:creationId xmlns:a16="http://schemas.microsoft.com/office/drawing/2014/main" id="{3136F7C5-BAF8-95AC-6DE3-3F8E11223EA8}"/>
              </a:ext>
            </a:extLst>
          </p:cNvPr>
          <p:cNvSpPr>
            <a:spLocks noChangeAspect="1"/>
          </p:cNvSpPr>
          <p:nvPr/>
        </p:nvSpPr>
        <p:spPr>
          <a:xfrm>
            <a:off x="5916466" y="4459546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1039" name="Straight Arrow Connector 1038">
            <a:extLst>
              <a:ext uri="{FF2B5EF4-FFF2-40B4-BE49-F238E27FC236}">
                <a16:creationId xmlns:a16="http://schemas.microsoft.com/office/drawing/2014/main" id="{D5283A7B-9EBC-F929-501C-3D72685C94A7}"/>
              </a:ext>
            </a:extLst>
          </p:cNvPr>
          <p:cNvCxnSpPr>
            <a:endCxn id="1037" idx="0"/>
          </p:cNvCxnSpPr>
          <p:nvPr/>
        </p:nvCxnSpPr>
        <p:spPr>
          <a:xfrm>
            <a:off x="5178318" y="3906205"/>
            <a:ext cx="1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0" name="Straight Arrow Connector 1039">
            <a:extLst>
              <a:ext uri="{FF2B5EF4-FFF2-40B4-BE49-F238E27FC236}">
                <a16:creationId xmlns:a16="http://schemas.microsoft.com/office/drawing/2014/main" id="{55013956-9607-286D-03E4-95540DF5A6B7}"/>
              </a:ext>
            </a:extLst>
          </p:cNvPr>
          <p:cNvCxnSpPr>
            <a:cxnSpLocks/>
            <a:stCxn id="1036" idx="4"/>
            <a:endCxn id="1037" idx="0"/>
          </p:cNvCxnSpPr>
          <p:nvPr/>
        </p:nvCxnSpPr>
        <p:spPr>
          <a:xfrm flipH="1">
            <a:off x="5178318" y="3906205"/>
            <a:ext cx="849323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1" name="Straight Arrow Connector 1040">
            <a:extLst>
              <a:ext uri="{FF2B5EF4-FFF2-40B4-BE49-F238E27FC236}">
                <a16:creationId xmlns:a16="http://schemas.microsoft.com/office/drawing/2014/main" id="{F0EE12D4-58EB-3401-2B1E-14BC769ADE28}"/>
              </a:ext>
            </a:extLst>
          </p:cNvPr>
          <p:cNvCxnSpPr>
            <a:cxnSpLocks/>
            <a:stCxn id="1035" idx="4"/>
            <a:endCxn id="1038" idx="0"/>
          </p:cNvCxnSpPr>
          <p:nvPr/>
        </p:nvCxnSpPr>
        <p:spPr>
          <a:xfrm>
            <a:off x="5178318" y="3906205"/>
            <a:ext cx="849323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2" name="Straight Arrow Connector 1041">
            <a:extLst>
              <a:ext uri="{FF2B5EF4-FFF2-40B4-BE49-F238E27FC236}">
                <a16:creationId xmlns:a16="http://schemas.microsoft.com/office/drawing/2014/main" id="{46633E92-78B6-67CC-E804-66038D3056C3}"/>
              </a:ext>
            </a:extLst>
          </p:cNvPr>
          <p:cNvCxnSpPr>
            <a:cxnSpLocks/>
            <a:endCxn id="1038" idx="0"/>
          </p:cNvCxnSpPr>
          <p:nvPr/>
        </p:nvCxnSpPr>
        <p:spPr>
          <a:xfrm>
            <a:off x="6027641" y="3908880"/>
            <a:ext cx="1" cy="550666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3" name="Oval 1042">
            <a:extLst>
              <a:ext uri="{FF2B5EF4-FFF2-40B4-BE49-F238E27FC236}">
                <a16:creationId xmlns:a16="http://schemas.microsoft.com/office/drawing/2014/main" id="{1B42C161-A860-6613-7832-A96B9E3280C6}"/>
              </a:ext>
            </a:extLst>
          </p:cNvPr>
          <p:cNvSpPr>
            <a:spLocks noChangeAspect="1"/>
          </p:cNvSpPr>
          <p:nvPr/>
        </p:nvSpPr>
        <p:spPr>
          <a:xfrm>
            <a:off x="4678031" y="3718947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044" name="Oval 1043">
            <a:extLst>
              <a:ext uri="{FF2B5EF4-FFF2-40B4-BE49-F238E27FC236}">
                <a16:creationId xmlns:a16="http://schemas.microsoft.com/office/drawing/2014/main" id="{239004F9-4FF4-9BBB-CB9A-1579C7287A36}"/>
              </a:ext>
            </a:extLst>
          </p:cNvPr>
          <p:cNvSpPr>
            <a:spLocks noChangeAspect="1"/>
          </p:cNvSpPr>
          <p:nvPr/>
        </p:nvSpPr>
        <p:spPr>
          <a:xfrm>
            <a:off x="4678031" y="4459546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1045" name="Straight Arrow Connector 1044">
            <a:extLst>
              <a:ext uri="{FF2B5EF4-FFF2-40B4-BE49-F238E27FC236}">
                <a16:creationId xmlns:a16="http://schemas.microsoft.com/office/drawing/2014/main" id="{32F2543D-4A59-54F0-6E40-A6CA8579D706}"/>
              </a:ext>
            </a:extLst>
          </p:cNvPr>
          <p:cNvCxnSpPr>
            <a:endCxn id="1044" idx="0"/>
          </p:cNvCxnSpPr>
          <p:nvPr/>
        </p:nvCxnSpPr>
        <p:spPr>
          <a:xfrm>
            <a:off x="4789206" y="3906205"/>
            <a:ext cx="1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6" name="Oval 1045">
            <a:extLst>
              <a:ext uri="{FF2B5EF4-FFF2-40B4-BE49-F238E27FC236}">
                <a16:creationId xmlns:a16="http://schemas.microsoft.com/office/drawing/2014/main" id="{46FCE535-D36F-91BC-59D7-8101611001A5}"/>
              </a:ext>
            </a:extLst>
          </p:cNvPr>
          <p:cNvSpPr>
            <a:spLocks noChangeAspect="1"/>
          </p:cNvSpPr>
          <p:nvPr/>
        </p:nvSpPr>
        <p:spPr>
          <a:xfrm>
            <a:off x="5493154" y="3718947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047" name="Oval 1046">
            <a:extLst>
              <a:ext uri="{FF2B5EF4-FFF2-40B4-BE49-F238E27FC236}">
                <a16:creationId xmlns:a16="http://schemas.microsoft.com/office/drawing/2014/main" id="{CA5CBD30-0CF4-3A86-C7F2-0B2410991BB2}"/>
              </a:ext>
            </a:extLst>
          </p:cNvPr>
          <p:cNvSpPr>
            <a:spLocks noChangeAspect="1"/>
          </p:cNvSpPr>
          <p:nvPr/>
        </p:nvSpPr>
        <p:spPr>
          <a:xfrm>
            <a:off x="5493154" y="4459546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1048" name="Straight Arrow Connector 1047">
            <a:extLst>
              <a:ext uri="{FF2B5EF4-FFF2-40B4-BE49-F238E27FC236}">
                <a16:creationId xmlns:a16="http://schemas.microsoft.com/office/drawing/2014/main" id="{5D0D05C0-1D22-D95C-89B4-C167C3B9FDE3}"/>
              </a:ext>
            </a:extLst>
          </p:cNvPr>
          <p:cNvCxnSpPr>
            <a:endCxn id="1047" idx="0"/>
          </p:cNvCxnSpPr>
          <p:nvPr/>
        </p:nvCxnSpPr>
        <p:spPr>
          <a:xfrm>
            <a:off x="5604328" y="3906205"/>
            <a:ext cx="1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9" name="Straight Arrow Connector 1048">
            <a:extLst>
              <a:ext uri="{FF2B5EF4-FFF2-40B4-BE49-F238E27FC236}">
                <a16:creationId xmlns:a16="http://schemas.microsoft.com/office/drawing/2014/main" id="{CD0C8113-CF09-6C63-E55D-BBD903EA0DF6}"/>
              </a:ext>
            </a:extLst>
          </p:cNvPr>
          <p:cNvCxnSpPr>
            <a:cxnSpLocks/>
            <a:stCxn id="1043" idx="4"/>
            <a:endCxn id="1037" idx="0"/>
          </p:cNvCxnSpPr>
          <p:nvPr/>
        </p:nvCxnSpPr>
        <p:spPr>
          <a:xfrm>
            <a:off x="4789207" y="3906205"/>
            <a:ext cx="389112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0" name="Straight Arrow Connector 1049">
            <a:extLst>
              <a:ext uri="{FF2B5EF4-FFF2-40B4-BE49-F238E27FC236}">
                <a16:creationId xmlns:a16="http://schemas.microsoft.com/office/drawing/2014/main" id="{1F975FB6-8123-1035-93AD-276450DC4344}"/>
              </a:ext>
            </a:extLst>
          </p:cNvPr>
          <p:cNvCxnSpPr>
            <a:cxnSpLocks/>
            <a:stCxn id="1035" idx="4"/>
            <a:endCxn id="1044" idx="0"/>
          </p:cNvCxnSpPr>
          <p:nvPr/>
        </p:nvCxnSpPr>
        <p:spPr>
          <a:xfrm flipH="1">
            <a:off x="4789207" y="3906205"/>
            <a:ext cx="389112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1" name="Straight Arrow Connector 1050">
            <a:extLst>
              <a:ext uri="{FF2B5EF4-FFF2-40B4-BE49-F238E27FC236}">
                <a16:creationId xmlns:a16="http://schemas.microsoft.com/office/drawing/2014/main" id="{0BA8E1ED-32DE-F199-B8D8-BBF72F2E708E}"/>
              </a:ext>
            </a:extLst>
          </p:cNvPr>
          <p:cNvCxnSpPr>
            <a:cxnSpLocks/>
            <a:stCxn id="1043" idx="4"/>
            <a:endCxn id="1047" idx="0"/>
          </p:cNvCxnSpPr>
          <p:nvPr/>
        </p:nvCxnSpPr>
        <p:spPr>
          <a:xfrm>
            <a:off x="4789207" y="3906205"/>
            <a:ext cx="815122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2" name="Straight Arrow Connector 1051">
            <a:extLst>
              <a:ext uri="{FF2B5EF4-FFF2-40B4-BE49-F238E27FC236}">
                <a16:creationId xmlns:a16="http://schemas.microsoft.com/office/drawing/2014/main" id="{88B6FFEA-B7AE-9D11-F130-A8519E5F239B}"/>
              </a:ext>
            </a:extLst>
          </p:cNvPr>
          <p:cNvCxnSpPr>
            <a:cxnSpLocks/>
            <a:stCxn id="1043" idx="4"/>
            <a:endCxn id="1038" idx="0"/>
          </p:cNvCxnSpPr>
          <p:nvPr/>
        </p:nvCxnSpPr>
        <p:spPr>
          <a:xfrm>
            <a:off x="4789207" y="3906205"/>
            <a:ext cx="1238435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3" name="Straight Arrow Connector 1052">
            <a:extLst>
              <a:ext uri="{FF2B5EF4-FFF2-40B4-BE49-F238E27FC236}">
                <a16:creationId xmlns:a16="http://schemas.microsoft.com/office/drawing/2014/main" id="{0790E3A2-9CBB-8BC0-89F9-A4DEB4E35F4C}"/>
              </a:ext>
            </a:extLst>
          </p:cNvPr>
          <p:cNvCxnSpPr>
            <a:cxnSpLocks/>
            <a:stCxn id="1035" idx="4"/>
            <a:endCxn id="1047" idx="0"/>
          </p:cNvCxnSpPr>
          <p:nvPr/>
        </p:nvCxnSpPr>
        <p:spPr>
          <a:xfrm>
            <a:off x="5178318" y="3906205"/>
            <a:ext cx="426010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4" name="Straight Arrow Connector 1053">
            <a:extLst>
              <a:ext uri="{FF2B5EF4-FFF2-40B4-BE49-F238E27FC236}">
                <a16:creationId xmlns:a16="http://schemas.microsoft.com/office/drawing/2014/main" id="{49AADC0D-FC49-C39F-4236-B6341CB0CD02}"/>
              </a:ext>
            </a:extLst>
          </p:cNvPr>
          <p:cNvCxnSpPr>
            <a:cxnSpLocks/>
            <a:stCxn id="1046" idx="4"/>
            <a:endCxn id="1044" idx="0"/>
          </p:cNvCxnSpPr>
          <p:nvPr/>
        </p:nvCxnSpPr>
        <p:spPr>
          <a:xfrm flipH="1">
            <a:off x="4789207" y="3906205"/>
            <a:ext cx="815122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5" name="Straight Arrow Connector 1054">
            <a:extLst>
              <a:ext uri="{FF2B5EF4-FFF2-40B4-BE49-F238E27FC236}">
                <a16:creationId xmlns:a16="http://schemas.microsoft.com/office/drawing/2014/main" id="{45B64434-AD78-1014-7111-BEE7EE6BA0B5}"/>
              </a:ext>
            </a:extLst>
          </p:cNvPr>
          <p:cNvCxnSpPr>
            <a:cxnSpLocks/>
            <a:stCxn id="1046" idx="4"/>
            <a:endCxn id="1037" idx="0"/>
          </p:cNvCxnSpPr>
          <p:nvPr/>
        </p:nvCxnSpPr>
        <p:spPr>
          <a:xfrm flipH="1">
            <a:off x="5178318" y="3906205"/>
            <a:ext cx="426010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6" name="Straight Arrow Connector 1055">
            <a:extLst>
              <a:ext uri="{FF2B5EF4-FFF2-40B4-BE49-F238E27FC236}">
                <a16:creationId xmlns:a16="http://schemas.microsoft.com/office/drawing/2014/main" id="{D0832E95-9FF8-F13D-DC85-5D6B7B4DAC6D}"/>
              </a:ext>
            </a:extLst>
          </p:cNvPr>
          <p:cNvCxnSpPr>
            <a:cxnSpLocks/>
            <a:stCxn id="1036" idx="4"/>
            <a:endCxn id="1047" idx="0"/>
          </p:cNvCxnSpPr>
          <p:nvPr/>
        </p:nvCxnSpPr>
        <p:spPr>
          <a:xfrm flipH="1">
            <a:off x="5604329" y="3906205"/>
            <a:ext cx="423313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7" name="Straight Arrow Connector 1056">
            <a:extLst>
              <a:ext uri="{FF2B5EF4-FFF2-40B4-BE49-F238E27FC236}">
                <a16:creationId xmlns:a16="http://schemas.microsoft.com/office/drawing/2014/main" id="{4A62F670-1CC9-D2A2-A8DD-8AFAEFF8A55F}"/>
              </a:ext>
            </a:extLst>
          </p:cNvPr>
          <p:cNvCxnSpPr>
            <a:cxnSpLocks/>
            <a:stCxn id="1046" idx="4"/>
            <a:endCxn id="1038" idx="0"/>
          </p:cNvCxnSpPr>
          <p:nvPr/>
        </p:nvCxnSpPr>
        <p:spPr>
          <a:xfrm>
            <a:off x="5604329" y="3906205"/>
            <a:ext cx="423313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8" name="Straight Arrow Connector 1057">
            <a:extLst>
              <a:ext uri="{FF2B5EF4-FFF2-40B4-BE49-F238E27FC236}">
                <a16:creationId xmlns:a16="http://schemas.microsoft.com/office/drawing/2014/main" id="{8CEC8C39-5BE5-8ED7-E475-3D59402AC330}"/>
              </a:ext>
            </a:extLst>
          </p:cNvPr>
          <p:cNvCxnSpPr>
            <a:cxnSpLocks/>
            <a:stCxn id="1036" idx="4"/>
            <a:endCxn id="1044" idx="0"/>
          </p:cNvCxnSpPr>
          <p:nvPr/>
        </p:nvCxnSpPr>
        <p:spPr>
          <a:xfrm flipH="1">
            <a:off x="4789207" y="3906205"/>
            <a:ext cx="1238435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9" name="Straight Arrow Connector 1058">
            <a:extLst>
              <a:ext uri="{FF2B5EF4-FFF2-40B4-BE49-F238E27FC236}">
                <a16:creationId xmlns:a16="http://schemas.microsoft.com/office/drawing/2014/main" id="{0BC68B8E-7034-7668-7787-0E68649600A7}"/>
              </a:ext>
            </a:extLst>
          </p:cNvPr>
          <p:cNvCxnSpPr>
            <a:cxnSpLocks/>
            <a:stCxn id="1043" idx="4"/>
            <a:endCxn id="185" idx="0"/>
          </p:cNvCxnSpPr>
          <p:nvPr/>
        </p:nvCxnSpPr>
        <p:spPr>
          <a:xfrm flipH="1">
            <a:off x="2675427" y="3906205"/>
            <a:ext cx="2113779" cy="559114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0" name="Straight Arrow Connector 1059">
            <a:extLst>
              <a:ext uri="{FF2B5EF4-FFF2-40B4-BE49-F238E27FC236}">
                <a16:creationId xmlns:a16="http://schemas.microsoft.com/office/drawing/2014/main" id="{99855E11-F322-1D28-19A3-C92323DA799D}"/>
              </a:ext>
            </a:extLst>
          </p:cNvPr>
          <p:cNvCxnSpPr>
            <a:cxnSpLocks/>
            <a:stCxn id="1043" idx="4"/>
            <a:endCxn id="148" idx="0"/>
          </p:cNvCxnSpPr>
          <p:nvPr/>
        </p:nvCxnSpPr>
        <p:spPr>
          <a:xfrm flipH="1">
            <a:off x="3064539" y="3906205"/>
            <a:ext cx="1724668" cy="559114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1" name="Straight Arrow Connector 1060">
            <a:extLst>
              <a:ext uri="{FF2B5EF4-FFF2-40B4-BE49-F238E27FC236}">
                <a16:creationId xmlns:a16="http://schemas.microsoft.com/office/drawing/2014/main" id="{013C6994-5433-4F63-CA15-547EA42A168A}"/>
              </a:ext>
            </a:extLst>
          </p:cNvPr>
          <p:cNvCxnSpPr>
            <a:cxnSpLocks/>
            <a:stCxn id="1043" idx="4"/>
            <a:endCxn id="188" idx="0"/>
          </p:cNvCxnSpPr>
          <p:nvPr/>
        </p:nvCxnSpPr>
        <p:spPr>
          <a:xfrm flipH="1">
            <a:off x="3490549" y="3906205"/>
            <a:ext cx="1298657" cy="559114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2" name="Straight Arrow Connector 1061">
            <a:extLst>
              <a:ext uri="{FF2B5EF4-FFF2-40B4-BE49-F238E27FC236}">
                <a16:creationId xmlns:a16="http://schemas.microsoft.com/office/drawing/2014/main" id="{3B8CA5E0-8949-1934-68B7-D46C900FA532}"/>
              </a:ext>
            </a:extLst>
          </p:cNvPr>
          <p:cNvCxnSpPr>
            <a:cxnSpLocks/>
            <a:stCxn id="1043" idx="4"/>
            <a:endCxn id="149" idx="0"/>
          </p:cNvCxnSpPr>
          <p:nvPr/>
        </p:nvCxnSpPr>
        <p:spPr>
          <a:xfrm flipH="1">
            <a:off x="3913862" y="3906205"/>
            <a:ext cx="875345" cy="559114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3" name="Straight Arrow Connector 1062">
            <a:extLst>
              <a:ext uri="{FF2B5EF4-FFF2-40B4-BE49-F238E27FC236}">
                <a16:creationId xmlns:a16="http://schemas.microsoft.com/office/drawing/2014/main" id="{8C057ACB-BA03-DE83-E480-83F05B83E05A}"/>
              </a:ext>
            </a:extLst>
          </p:cNvPr>
          <p:cNvCxnSpPr>
            <a:cxnSpLocks/>
            <a:stCxn id="1035" idx="4"/>
            <a:endCxn id="149" idx="0"/>
          </p:cNvCxnSpPr>
          <p:nvPr/>
        </p:nvCxnSpPr>
        <p:spPr>
          <a:xfrm flipH="1">
            <a:off x="3913862" y="3906205"/>
            <a:ext cx="1264456" cy="559114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4" name="Straight Arrow Connector 1063">
            <a:extLst>
              <a:ext uri="{FF2B5EF4-FFF2-40B4-BE49-F238E27FC236}">
                <a16:creationId xmlns:a16="http://schemas.microsoft.com/office/drawing/2014/main" id="{3A4B2AFD-2680-6ACC-87B7-33A4EE4A3335}"/>
              </a:ext>
            </a:extLst>
          </p:cNvPr>
          <p:cNvCxnSpPr>
            <a:cxnSpLocks/>
            <a:stCxn id="1035" idx="4"/>
            <a:endCxn id="188" idx="0"/>
          </p:cNvCxnSpPr>
          <p:nvPr/>
        </p:nvCxnSpPr>
        <p:spPr>
          <a:xfrm flipH="1">
            <a:off x="3490549" y="3906205"/>
            <a:ext cx="1687769" cy="559114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5" name="Straight Arrow Connector 1064">
            <a:extLst>
              <a:ext uri="{FF2B5EF4-FFF2-40B4-BE49-F238E27FC236}">
                <a16:creationId xmlns:a16="http://schemas.microsoft.com/office/drawing/2014/main" id="{3C22FD90-063D-D6AD-04A1-0E2CE1A21934}"/>
              </a:ext>
            </a:extLst>
          </p:cNvPr>
          <p:cNvCxnSpPr>
            <a:cxnSpLocks/>
            <a:stCxn id="1035" idx="4"/>
            <a:endCxn id="148" idx="0"/>
          </p:cNvCxnSpPr>
          <p:nvPr/>
        </p:nvCxnSpPr>
        <p:spPr>
          <a:xfrm flipH="1">
            <a:off x="3064539" y="3906205"/>
            <a:ext cx="2113779" cy="559114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6" name="Straight Arrow Connector 1065">
            <a:extLst>
              <a:ext uri="{FF2B5EF4-FFF2-40B4-BE49-F238E27FC236}">
                <a16:creationId xmlns:a16="http://schemas.microsoft.com/office/drawing/2014/main" id="{3E5F6A6A-9B65-ADD5-FA75-DC573F6C236E}"/>
              </a:ext>
            </a:extLst>
          </p:cNvPr>
          <p:cNvCxnSpPr>
            <a:cxnSpLocks/>
            <a:stCxn id="1035" idx="4"/>
            <a:endCxn id="185" idx="0"/>
          </p:cNvCxnSpPr>
          <p:nvPr/>
        </p:nvCxnSpPr>
        <p:spPr>
          <a:xfrm flipH="1">
            <a:off x="2675427" y="3906205"/>
            <a:ext cx="2502891" cy="559114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7" name="Straight Arrow Connector 1066">
            <a:extLst>
              <a:ext uri="{FF2B5EF4-FFF2-40B4-BE49-F238E27FC236}">
                <a16:creationId xmlns:a16="http://schemas.microsoft.com/office/drawing/2014/main" id="{EBAD7B08-CDA0-58F2-BE15-DAA95E26E724}"/>
              </a:ext>
            </a:extLst>
          </p:cNvPr>
          <p:cNvCxnSpPr>
            <a:cxnSpLocks/>
            <a:stCxn id="1046" idx="4"/>
            <a:endCxn id="149" idx="0"/>
          </p:cNvCxnSpPr>
          <p:nvPr/>
        </p:nvCxnSpPr>
        <p:spPr>
          <a:xfrm flipH="1">
            <a:off x="3913862" y="3906205"/>
            <a:ext cx="1690467" cy="559114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8" name="Straight Arrow Connector 1067">
            <a:extLst>
              <a:ext uri="{FF2B5EF4-FFF2-40B4-BE49-F238E27FC236}">
                <a16:creationId xmlns:a16="http://schemas.microsoft.com/office/drawing/2014/main" id="{363D4A79-3FCA-9212-AE81-03575789AB1E}"/>
              </a:ext>
            </a:extLst>
          </p:cNvPr>
          <p:cNvCxnSpPr>
            <a:cxnSpLocks/>
            <a:stCxn id="1046" idx="4"/>
            <a:endCxn id="188" idx="0"/>
          </p:cNvCxnSpPr>
          <p:nvPr/>
        </p:nvCxnSpPr>
        <p:spPr>
          <a:xfrm flipH="1">
            <a:off x="3490549" y="3906205"/>
            <a:ext cx="2113779" cy="559114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9" name="Straight Arrow Connector 1068">
            <a:extLst>
              <a:ext uri="{FF2B5EF4-FFF2-40B4-BE49-F238E27FC236}">
                <a16:creationId xmlns:a16="http://schemas.microsoft.com/office/drawing/2014/main" id="{C9B0A8BE-205F-A650-09B3-0B6EC296315F}"/>
              </a:ext>
            </a:extLst>
          </p:cNvPr>
          <p:cNvCxnSpPr>
            <a:cxnSpLocks/>
            <a:stCxn id="1046" idx="4"/>
            <a:endCxn id="148" idx="0"/>
          </p:cNvCxnSpPr>
          <p:nvPr/>
        </p:nvCxnSpPr>
        <p:spPr>
          <a:xfrm flipH="1">
            <a:off x="3064539" y="3906205"/>
            <a:ext cx="2539790" cy="559114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0" name="Straight Arrow Connector 1069">
            <a:extLst>
              <a:ext uri="{FF2B5EF4-FFF2-40B4-BE49-F238E27FC236}">
                <a16:creationId xmlns:a16="http://schemas.microsoft.com/office/drawing/2014/main" id="{180115B4-62CD-4842-ECBF-9D52E158ED7B}"/>
              </a:ext>
            </a:extLst>
          </p:cNvPr>
          <p:cNvCxnSpPr>
            <a:cxnSpLocks/>
            <a:stCxn id="1046" idx="4"/>
            <a:endCxn id="185" idx="0"/>
          </p:cNvCxnSpPr>
          <p:nvPr/>
        </p:nvCxnSpPr>
        <p:spPr>
          <a:xfrm flipH="1">
            <a:off x="2675427" y="3906205"/>
            <a:ext cx="2928902" cy="559114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1" name="Straight Arrow Connector 1070">
            <a:extLst>
              <a:ext uri="{FF2B5EF4-FFF2-40B4-BE49-F238E27FC236}">
                <a16:creationId xmlns:a16="http://schemas.microsoft.com/office/drawing/2014/main" id="{027AE46A-DD22-3AFD-60C7-4B46B67D1174}"/>
              </a:ext>
            </a:extLst>
          </p:cNvPr>
          <p:cNvCxnSpPr>
            <a:cxnSpLocks/>
            <a:stCxn id="1036" idx="4"/>
            <a:endCxn id="149" idx="0"/>
          </p:cNvCxnSpPr>
          <p:nvPr/>
        </p:nvCxnSpPr>
        <p:spPr>
          <a:xfrm flipH="1">
            <a:off x="3913862" y="3906205"/>
            <a:ext cx="2113779" cy="559114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2" name="Straight Arrow Connector 1071">
            <a:extLst>
              <a:ext uri="{FF2B5EF4-FFF2-40B4-BE49-F238E27FC236}">
                <a16:creationId xmlns:a16="http://schemas.microsoft.com/office/drawing/2014/main" id="{A060891D-7A64-E886-3582-ACFADD9BB148}"/>
              </a:ext>
            </a:extLst>
          </p:cNvPr>
          <p:cNvCxnSpPr>
            <a:cxnSpLocks/>
            <a:stCxn id="1036" idx="4"/>
            <a:endCxn id="188" idx="0"/>
          </p:cNvCxnSpPr>
          <p:nvPr/>
        </p:nvCxnSpPr>
        <p:spPr>
          <a:xfrm flipH="1">
            <a:off x="3490549" y="3906205"/>
            <a:ext cx="2537092" cy="559114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3" name="Straight Arrow Connector 1072">
            <a:extLst>
              <a:ext uri="{FF2B5EF4-FFF2-40B4-BE49-F238E27FC236}">
                <a16:creationId xmlns:a16="http://schemas.microsoft.com/office/drawing/2014/main" id="{E06F56BD-3030-0285-DF1A-1D055B2EBD10}"/>
              </a:ext>
            </a:extLst>
          </p:cNvPr>
          <p:cNvCxnSpPr>
            <a:cxnSpLocks/>
            <a:stCxn id="1036" idx="4"/>
            <a:endCxn id="148" idx="0"/>
          </p:cNvCxnSpPr>
          <p:nvPr/>
        </p:nvCxnSpPr>
        <p:spPr>
          <a:xfrm flipH="1">
            <a:off x="3064539" y="3906205"/>
            <a:ext cx="2963102" cy="559114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4" name="Straight Arrow Connector 1073">
            <a:extLst>
              <a:ext uri="{FF2B5EF4-FFF2-40B4-BE49-F238E27FC236}">
                <a16:creationId xmlns:a16="http://schemas.microsoft.com/office/drawing/2014/main" id="{900ADEAF-1897-AC11-9C85-F95FC96F1BDF}"/>
              </a:ext>
            </a:extLst>
          </p:cNvPr>
          <p:cNvCxnSpPr>
            <a:cxnSpLocks/>
            <a:stCxn id="1036" idx="4"/>
            <a:endCxn id="185" idx="0"/>
          </p:cNvCxnSpPr>
          <p:nvPr/>
        </p:nvCxnSpPr>
        <p:spPr>
          <a:xfrm flipH="1">
            <a:off x="2675427" y="3906205"/>
            <a:ext cx="3352214" cy="559114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5" name="Rectangle 1074">
            <a:extLst>
              <a:ext uri="{FF2B5EF4-FFF2-40B4-BE49-F238E27FC236}">
                <a16:creationId xmlns:a16="http://schemas.microsoft.com/office/drawing/2014/main" id="{86CF268E-FE75-0B37-2E9A-9B2FE2FB6708}"/>
              </a:ext>
            </a:extLst>
          </p:cNvPr>
          <p:cNvSpPr/>
          <p:nvPr/>
        </p:nvSpPr>
        <p:spPr>
          <a:xfrm>
            <a:off x="2932063" y="3241912"/>
            <a:ext cx="306354" cy="2521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>
                <a:latin typeface="Helvetica Neue Light" panose="02000403000000020004" pitchFamily="2" charset="0"/>
                <a:ea typeface="Helvetica Neue Light" panose="02000403000000020004" pitchFamily="2" charset="0"/>
              </a:rPr>
              <a:t>2</a:t>
            </a:r>
          </a:p>
        </p:txBody>
      </p:sp>
      <p:sp>
        <p:nvSpPr>
          <p:cNvPr id="1076" name="Rectangle 1075">
            <a:extLst>
              <a:ext uri="{FF2B5EF4-FFF2-40B4-BE49-F238E27FC236}">
                <a16:creationId xmlns:a16="http://schemas.microsoft.com/office/drawing/2014/main" id="{0BDBF6AC-25A2-8657-F48B-2430E954AF4B}"/>
              </a:ext>
            </a:extLst>
          </p:cNvPr>
          <p:cNvSpPr/>
          <p:nvPr/>
        </p:nvSpPr>
        <p:spPr>
          <a:xfrm>
            <a:off x="3327559" y="3241911"/>
            <a:ext cx="306354" cy="2521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>
                <a:latin typeface="Helvetica Neue Light" panose="02000403000000020004" pitchFamily="2" charset="0"/>
                <a:ea typeface="Helvetica Neue Light" panose="02000403000000020004" pitchFamily="2" charset="0"/>
              </a:rPr>
              <a:t>3</a:t>
            </a:r>
          </a:p>
        </p:txBody>
      </p:sp>
      <p:sp>
        <p:nvSpPr>
          <p:cNvPr id="1077" name="Rectangle 1076">
            <a:extLst>
              <a:ext uri="{FF2B5EF4-FFF2-40B4-BE49-F238E27FC236}">
                <a16:creationId xmlns:a16="http://schemas.microsoft.com/office/drawing/2014/main" id="{9DBE3EDE-868C-E6C5-32F0-699A12F888A4}"/>
              </a:ext>
            </a:extLst>
          </p:cNvPr>
          <p:cNvSpPr/>
          <p:nvPr/>
        </p:nvSpPr>
        <p:spPr>
          <a:xfrm>
            <a:off x="3737270" y="3241912"/>
            <a:ext cx="306354" cy="2521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>
                <a:latin typeface="Helvetica Neue Light" panose="02000403000000020004" pitchFamily="2" charset="0"/>
                <a:ea typeface="Helvetica Neue Light" panose="02000403000000020004" pitchFamily="2" charset="0"/>
              </a:rPr>
              <a:t>4</a:t>
            </a:r>
          </a:p>
        </p:txBody>
      </p:sp>
      <p:sp>
        <p:nvSpPr>
          <p:cNvPr id="1078" name="Rectangle 1077">
            <a:extLst>
              <a:ext uri="{FF2B5EF4-FFF2-40B4-BE49-F238E27FC236}">
                <a16:creationId xmlns:a16="http://schemas.microsoft.com/office/drawing/2014/main" id="{6630A502-B4A0-1B6D-FEDB-49F76B154461}"/>
              </a:ext>
            </a:extLst>
          </p:cNvPr>
          <p:cNvSpPr/>
          <p:nvPr/>
        </p:nvSpPr>
        <p:spPr>
          <a:xfrm>
            <a:off x="4648295" y="3241256"/>
            <a:ext cx="306354" cy="2521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>
                <a:latin typeface="Helvetica Neue Light" panose="02000403000000020004" pitchFamily="2" charset="0"/>
                <a:ea typeface="Helvetica Neue Light" panose="02000403000000020004" pitchFamily="2" charset="0"/>
              </a:rPr>
              <a:t>5</a:t>
            </a:r>
          </a:p>
        </p:txBody>
      </p:sp>
      <p:sp>
        <p:nvSpPr>
          <p:cNvPr id="1079" name="Rectangle 1078">
            <a:extLst>
              <a:ext uri="{FF2B5EF4-FFF2-40B4-BE49-F238E27FC236}">
                <a16:creationId xmlns:a16="http://schemas.microsoft.com/office/drawing/2014/main" id="{CC232D23-BCE2-E5AA-27E0-78C768ED7296}"/>
              </a:ext>
            </a:extLst>
          </p:cNvPr>
          <p:cNvSpPr/>
          <p:nvPr/>
        </p:nvSpPr>
        <p:spPr>
          <a:xfrm>
            <a:off x="5057546" y="3241256"/>
            <a:ext cx="306354" cy="2521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>
                <a:latin typeface="Helvetica Neue Light" panose="02000403000000020004" pitchFamily="2" charset="0"/>
                <a:ea typeface="Helvetica Neue Light" panose="02000403000000020004" pitchFamily="2" charset="0"/>
              </a:rPr>
              <a:t>6</a:t>
            </a:r>
          </a:p>
        </p:txBody>
      </p:sp>
      <p:sp>
        <p:nvSpPr>
          <p:cNvPr id="1080" name="Rectangle 1079">
            <a:extLst>
              <a:ext uri="{FF2B5EF4-FFF2-40B4-BE49-F238E27FC236}">
                <a16:creationId xmlns:a16="http://schemas.microsoft.com/office/drawing/2014/main" id="{412467E0-A980-4E25-71C1-CC93F6F1FCB6}"/>
              </a:ext>
            </a:extLst>
          </p:cNvPr>
          <p:cNvSpPr/>
          <p:nvPr/>
        </p:nvSpPr>
        <p:spPr>
          <a:xfrm>
            <a:off x="5453042" y="3241255"/>
            <a:ext cx="306354" cy="2521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>
                <a:latin typeface="Helvetica Neue Light" panose="02000403000000020004" pitchFamily="2" charset="0"/>
                <a:ea typeface="Helvetica Neue Light" panose="02000403000000020004" pitchFamily="2" charset="0"/>
              </a:rPr>
              <a:t>7</a:t>
            </a:r>
          </a:p>
        </p:txBody>
      </p:sp>
      <p:sp>
        <p:nvSpPr>
          <p:cNvPr id="1081" name="Rectangle 1080">
            <a:extLst>
              <a:ext uri="{FF2B5EF4-FFF2-40B4-BE49-F238E27FC236}">
                <a16:creationId xmlns:a16="http://schemas.microsoft.com/office/drawing/2014/main" id="{70309A2A-8DB6-785C-5135-9F98F3112F85}"/>
              </a:ext>
            </a:extLst>
          </p:cNvPr>
          <p:cNvSpPr/>
          <p:nvPr/>
        </p:nvSpPr>
        <p:spPr>
          <a:xfrm>
            <a:off x="5856257" y="3241256"/>
            <a:ext cx="306354" cy="2521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>
                <a:latin typeface="Helvetica Neue Light" panose="02000403000000020004" pitchFamily="2" charset="0"/>
                <a:ea typeface="Helvetica Neue Light" panose="02000403000000020004" pitchFamily="2" charset="0"/>
              </a:rPr>
              <a:t>8</a:t>
            </a:r>
          </a:p>
        </p:txBody>
      </p:sp>
      <p:sp>
        <p:nvSpPr>
          <p:cNvPr id="1082" name="Rectangle 1081">
            <a:extLst>
              <a:ext uri="{FF2B5EF4-FFF2-40B4-BE49-F238E27FC236}">
                <a16:creationId xmlns:a16="http://schemas.microsoft.com/office/drawing/2014/main" id="{EEF743AB-3B70-7FF1-BC84-722DD5819CBF}"/>
              </a:ext>
            </a:extLst>
          </p:cNvPr>
          <p:cNvSpPr/>
          <p:nvPr/>
        </p:nvSpPr>
        <p:spPr>
          <a:xfrm>
            <a:off x="2954200" y="2723017"/>
            <a:ext cx="306354" cy="25219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>
                <a:latin typeface="Helvetica Neue Light" panose="02000403000000020004" pitchFamily="2" charset="0"/>
                <a:ea typeface="Helvetica Neue Light" panose="02000403000000020004" pitchFamily="2" charset="0"/>
              </a:rPr>
              <a:t>1</a:t>
            </a:r>
          </a:p>
        </p:txBody>
      </p:sp>
      <p:sp>
        <p:nvSpPr>
          <p:cNvPr id="1083" name="Rectangle 1082">
            <a:extLst>
              <a:ext uri="{FF2B5EF4-FFF2-40B4-BE49-F238E27FC236}">
                <a16:creationId xmlns:a16="http://schemas.microsoft.com/office/drawing/2014/main" id="{CB3DDC16-0927-537A-0DE7-D724AAEECB5E}"/>
              </a:ext>
            </a:extLst>
          </p:cNvPr>
          <p:cNvSpPr/>
          <p:nvPr/>
        </p:nvSpPr>
        <p:spPr>
          <a:xfrm>
            <a:off x="5230777" y="2698484"/>
            <a:ext cx="306354" cy="25219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>
                <a:latin typeface="Helvetica Neue Light" panose="02000403000000020004" pitchFamily="2" charset="0"/>
                <a:ea typeface="Helvetica Neue Light" panose="02000403000000020004" pitchFamily="2" charset="0"/>
              </a:rPr>
              <a:t>2</a:t>
            </a:r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EDE1C729-58AD-4818-7853-30D915A75A2C}"/>
              </a:ext>
            </a:extLst>
          </p:cNvPr>
          <p:cNvSpPr/>
          <p:nvPr/>
        </p:nvSpPr>
        <p:spPr>
          <a:xfrm>
            <a:off x="3124477" y="2089868"/>
            <a:ext cx="306354" cy="25219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>
                <a:latin typeface="Helvetica Neue Light" panose="02000403000000020004" pitchFamily="2" charset="0"/>
                <a:ea typeface="Helvetica Neue Light" panose="02000403000000020004" pitchFamily="2" charset="0"/>
              </a:rPr>
              <a:t>1</a:t>
            </a:r>
          </a:p>
        </p:txBody>
      </p:sp>
      <p:sp>
        <p:nvSpPr>
          <p:cNvPr id="1085" name="Rectangle 1084">
            <a:extLst>
              <a:ext uri="{FF2B5EF4-FFF2-40B4-BE49-F238E27FC236}">
                <a16:creationId xmlns:a16="http://schemas.microsoft.com/office/drawing/2014/main" id="{1F10EB47-ADA2-998A-3B18-5F69493EEBA3}"/>
              </a:ext>
            </a:extLst>
          </p:cNvPr>
          <p:cNvSpPr/>
          <p:nvPr/>
        </p:nvSpPr>
        <p:spPr>
          <a:xfrm>
            <a:off x="6530256" y="2056642"/>
            <a:ext cx="306354" cy="25219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sz="1400">
                <a:latin typeface="Helvetica Neue Light" panose="02000403000000020004" pitchFamily="2" charset="0"/>
                <a:ea typeface="Helvetica Neue Light" panose="02000403000000020004" pitchFamily="2" charset="0"/>
              </a:rPr>
              <a:t>2</a:t>
            </a:r>
          </a:p>
        </p:txBody>
      </p:sp>
      <p:sp>
        <p:nvSpPr>
          <p:cNvPr id="1086" name="TextBox 1085">
            <a:extLst>
              <a:ext uri="{FF2B5EF4-FFF2-40B4-BE49-F238E27FC236}">
                <a16:creationId xmlns:a16="http://schemas.microsoft.com/office/drawing/2014/main" id="{F20A48B2-FEDF-AEEA-2DB8-8B42D63A4384}"/>
              </a:ext>
            </a:extLst>
          </p:cNvPr>
          <p:cNvSpPr txBox="1"/>
          <p:nvPr/>
        </p:nvSpPr>
        <p:spPr>
          <a:xfrm>
            <a:off x="3967683" y="3189385"/>
            <a:ext cx="65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1087" name="Curved Connector 1086">
            <a:extLst>
              <a:ext uri="{FF2B5EF4-FFF2-40B4-BE49-F238E27FC236}">
                <a16:creationId xmlns:a16="http://schemas.microsoft.com/office/drawing/2014/main" id="{862DF79C-18A1-52DA-B7E9-0BB618AE606E}"/>
              </a:ext>
            </a:extLst>
          </p:cNvPr>
          <p:cNvCxnSpPr>
            <a:stCxn id="1082" idx="0"/>
            <a:endCxn id="1084" idx="2"/>
          </p:cNvCxnSpPr>
          <p:nvPr/>
        </p:nvCxnSpPr>
        <p:spPr>
          <a:xfrm rot="5400000" flipH="1" flipV="1">
            <a:off x="3002038" y="2447402"/>
            <a:ext cx="380955" cy="170277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8" name="Curved Connector 1087">
            <a:extLst>
              <a:ext uri="{FF2B5EF4-FFF2-40B4-BE49-F238E27FC236}">
                <a16:creationId xmlns:a16="http://schemas.microsoft.com/office/drawing/2014/main" id="{B51BB647-8C4B-3CDC-2F17-DA2D3CBCB7FD}"/>
              </a:ext>
            </a:extLst>
          </p:cNvPr>
          <p:cNvCxnSpPr>
            <a:cxnSpLocks/>
            <a:stCxn id="1083" idx="0"/>
            <a:endCxn id="1085" idx="2"/>
          </p:cNvCxnSpPr>
          <p:nvPr/>
        </p:nvCxnSpPr>
        <p:spPr>
          <a:xfrm rot="5400000" flipH="1" flipV="1">
            <a:off x="5838869" y="1853921"/>
            <a:ext cx="389648" cy="1299479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9" name="TextBox 1088">
            <a:extLst>
              <a:ext uri="{FF2B5EF4-FFF2-40B4-BE49-F238E27FC236}">
                <a16:creationId xmlns:a16="http://schemas.microsoft.com/office/drawing/2014/main" id="{B5938255-0EA7-CB42-CE58-7F37531886FE}"/>
              </a:ext>
            </a:extLst>
          </p:cNvPr>
          <p:cNvSpPr txBox="1"/>
          <p:nvPr/>
        </p:nvSpPr>
        <p:spPr>
          <a:xfrm>
            <a:off x="2208842" y="5370539"/>
            <a:ext cx="3607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I</a:t>
            </a:r>
          </a:p>
        </p:txBody>
      </p:sp>
      <p:sp>
        <p:nvSpPr>
          <p:cNvPr id="1090" name="TextBox 1089">
            <a:extLst>
              <a:ext uri="{FF2B5EF4-FFF2-40B4-BE49-F238E27FC236}">
                <a16:creationId xmlns:a16="http://schemas.microsoft.com/office/drawing/2014/main" id="{132419D3-A35D-6221-A1AA-8F0260188E12}"/>
              </a:ext>
            </a:extLst>
          </p:cNvPr>
          <p:cNvSpPr txBox="1"/>
          <p:nvPr/>
        </p:nvSpPr>
        <p:spPr>
          <a:xfrm>
            <a:off x="2343124" y="5327122"/>
            <a:ext cx="1337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went</a:t>
            </a:r>
            <a:endParaRPr lang="en-CN">
              <a:latin typeface="Helvetica Neue Light" panose="02000403000000020004" pitchFamily="2" charset="0"/>
              <a:ea typeface="Helvetica Neue Light" panose="02000403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1091" name="TextBox 1090">
            <a:extLst>
              <a:ext uri="{FF2B5EF4-FFF2-40B4-BE49-F238E27FC236}">
                <a16:creationId xmlns:a16="http://schemas.microsoft.com/office/drawing/2014/main" id="{FAD9CD85-68CC-98C6-DA0B-C96FC4C55217}"/>
              </a:ext>
            </a:extLst>
          </p:cNvPr>
          <p:cNvSpPr txBox="1"/>
          <p:nvPr/>
        </p:nvSpPr>
        <p:spPr>
          <a:xfrm>
            <a:off x="3384823" y="5327122"/>
            <a:ext cx="456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to</a:t>
            </a:r>
            <a:endParaRPr lang="en-CN">
              <a:latin typeface="Helvetica Neue Light" panose="02000403000000020004" pitchFamily="2" charset="0"/>
              <a:ea typeface="Helvetica Neue Light" panose="02000403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1092" name="TextBox 1091">
            <a:extLst>
              <a:ext uri="{FF2B5EF4-FFF2-40B4-BE49-F238E27FC236}">
                <a16:creationId xmlns:a16="http://schemas.microsoft.com/office/drawing/2014/main" id="{9D9370E9-839C-076E-E9E1-D10837135FB0}"/>
              </a:ext>
            </a:extLst>
          </p:cNvPr>
          <p:cNvSpPr txBox="1"/>
          <p:nvPr/>
        </p:nvSpPr>
        <p:spPr>
          <a:xfrm>
            <a:off x="3737985" y="5317707"/>
            <a:ext cx="11776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Disney</a:t>
            </a:r>
            <a:endParaRPr lang="en-CN">
              <a:latin typeface="Helvetica Neue Light" panose="02000403000000020004" pitchFamily="2" charset="0"/>
              <a:ea typeface="Helvetica Neue Light" panose="02000403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1093" name="TextBox 1092">
            <a:extLst>
              <a:ext uri="{FF2B5EF4-FFF2-40B4-BE49-F238E27FC236}">
                <a16:creationId xmlns:a16="http://schemas.microsoft.com/office/drawing/2014/main" id="{AFA181D1-9FAC-8134-2603-915DB8E1E357}"/>
              </a:ext>
            </a:extLst>
          </p:cNvPr>
          <p:cNvSpPr txBox="1"/>
          <p:nvPr/>
        </p:nvSpPr>
        <p:spPr>
          <a:xfrm>
            <a:off x="4789206" y="5308292"/>
            <a:ext cx="15818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last week</a:t>
            </a:r>
            <a:endParaRPr lang="en-CN">
              <a:latin typeface="Helvetica Neue Light" panose="02000403000000020004" pitchFamily="2" charset="0"/>
              <a:ea typeface="Helvetica Neue Light" panose="02000403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1094" name="TextBox 1093">
            <a:extLst>
              <a:ext uri="{FF2B5EF4-FFF2-40B4-BE49-F238E27FC236}">
                <a16:creationId xmlns:a16="http://schemas.microsoft.com/office/drawing/2014/main" id="{C4D4BB27-3ABA-16D5-8360-0DC662692826}"/>
              </a:ext>
            </a:extLst>
          </p:cNvPr>
          <p:cNvSpPr txBox="1"/>
          <p:nvPr/>
        </p:nvSpPr>
        <p:spPr>
          <a:xfrm>
            <a:off x="326404" y="2327324"/>
            <a:ext cx="230512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1400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&lt;INSTRUCTION&gt;: Translate the following speech from English to Chinese.</a:t>
            </a:r>
            <a:r>
              <a:rPr lang="en-US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 Optionally use retrieved terms.</a:t>
            </a:r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1098" name="Rounded Rectangle 1097">
            <a:extLst>
              <a:ext uri="{FF2B5EF4-FFF2-40B4-BE49-F238E27FC236}">
                <a16:creationId xmlns:a16="http://schemas.microsoft.com/office/drawing/2014/main" id="{8BC935AB-C9A2-E537-65D0-64B97ED50AAC}"/>
              </a:ext>
            </a:extLst>
          </p:cNvPr>
          <p:cNvSpPr/>
          <p:nvPr/>
        </p:nvSpPr>
        <p:spPr>
          <a:xfrm>
            <a:off x="6909683" y="4152095"/>
            <a:ext cx="2700906" cy="1108015"/>
          </a:xfrm>
          <a:prstGeom prst="roundRect">
            <a:avLst>
              <a:gd name="adj" fmla="val 7123"/>
            </a:avLst>
          </a:prstGeom>
          <a:ln w="190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123" name="Oval 1122">
            <a:extLst>
              <a:ext uri="{FF2B5EF4-FFF2-40B4-BE49-F238E27FC236}">
                <a16:creationId xmlns:a16="http://schemas.microsoft.com/office/drawing/2014/main" id="{DC54CB9A-D7F6-0A5F-ECEC-BB726C2E6644}"/>
              </a:ext>
            </a:extLst>
          </p:cNvPr>
          <p:cNvSpPr>
            <a:spLocks noChangeAspect="1"/>
          </p:cNvSpPr>
          <p:nvPr/>
        </p:nvSpPr>
        <p:spPr>
          <a:xfrm>
            <a:off x="8447064" y="4272954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124" name="Oval 1123">
            <a:extLst>
              <a:ext uri="{FF2B5EF4-FFF2-40B4-BE49-F238E27FC236}">
                <a16:creationId xmlns:a16="http://schemas.microsoft.com/office/drawing/2014/main" id="{E69D09C6-2671-D799-51EC-8A30F047DD3C}"/>
              </a:ext>
            </a:extLst>
          </p:cNvPr>
          <p:cNvSpPr>
            <a:spLocks noChangeAspect="1"/>
          </p:cNvSpPr>
          <p:nvPr/>
        </p:nvSpPr>
        <p:spPr>
          <a:xfrm>
            <a:off x="9296387" y="4272954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125" name="Oval 1124">
            <a:extLst>
              <a:ext uri="{FF2B5EF4-FFF2-40B4-BE49-F238E27FC236}">
                <a16:creationId xmlns:a16="http://schemas.microsoft.com/office/drawing/2014/main" id="{239F4017-F5EC-F445-B43C-B279C75243A9}"/>
              </a:ext>
            </a:extLst>
          </p:cNvPr>
          <p:cNvSpPr>
            <a:spLocks noChangeAspect="1"/>
          </p:cNvSpPr>
          <p:nvPr/>
        </p:nvSpPr>
        <p:spPr>
          <a:xfrm>
            <a:off x="8447064" y="5013553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126" name="Oval 1125">
            <a:extLst>
              <a:ext uri="{FF2B5EF4-FFF2-40B4-BE49-F238E27FC236}">
                <a16:creationId xmlns:a16="http://schemas.microsoft.com/office/drawing/2014/main" id="{37FFB3F7-7097-D088-3478-B51D7DFCA08E}"/>
              </a:ext>
            </a:extLst>
          </p:cNvPr>
          <p:cNvSpPr>
            <a:spLocks noChangeAspect="1"/>
          </p:cNvSpPr>
          <p:nvPr/>
        </p:nvSpPr>
        <p:spPr>
          <a:xfrm>
            <a:off x="9296387" y="5013553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1127" name="Straight Arrow Connector 1126">
            <a:extLst>
              <a:ext uri="{FF2B5EF4-FFF2-40B4-BE49-F238E27FC236}">
                <a16:creationId xmlns:a16="http://schemas.microsoft.com/office/drawing/2014/main" id="{A3523485-C0E6-35F1-D3AA-59B25DFFABE8}"/>
              </a:ext>
            </a:extLst>
          </p:cNvPr>
          <p:cNvCxnSpPr>
            <a:endCxn id="1125" idx="0"/>
          </p:cNvCxnSpPr>
          <p:nvPr/>
        </p:nvCxnSpPr>
        <p:spPr>
          <a:xfrm>
            <a:off x="8558239" y="4460212"/>
            <a:ext cx="1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8" name="Straight Arrow Connector 1127">
            <a:extLst>
              <a:ext uri="{FF2B5EF4-FFF2-40B4-BE49-F238E27FC236}">
                <a16:creationId xmlns:a16="http://schemas.microsoft.com/office/drawing/2014/main" id="{2F0716CD-50FC-912C-54AF-95B5F17D8228}"/>
              </a:ext>
            </a:extLst>
          </p:cNvPr>
          <p:cNvCxnSpPr>
            <a:cxnSpLocks/>
            <a:stCxn id="1124" idx="4"/>
            <a:endCxn id="1125" idx="0"/>
          </p:cNvCxnSpPr>
          <p:nvPr/>
        </p:nvCxnSpPr>
        <p:spPr>
          <a:xfrm flipH="1">
            <a:off x="8558239" y="4460212"/>
            <a:ext cx="849323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9" name="Straight Arrow Connector 1128">
            <a:extLst>
              <a:ext uri="{FF2B5EF4-FFF2-40B4-BE49-F238E27FC236}">
                <a16:creationId xmlns:a16="http://schemas.microsoft.com/office/drawing/2014/main" id="{B3678C8B-89A3-BD3A-3408-40B7ECAC44A9}"/>
              </a:ext>
            </a:extLst>
          </p:cNvPr>
          <p:cNvCxnSpPr>
            <a:cxnSpLocks/>
            <a:stCxn id="1123" idx="4"/>
            <a:endCxn id="1126" idx="0"/>
          </p:cNvCxnSpPr>
          <p:nvPr/>
        </p:nvCxnSpPr>
        <p:spPr>
          <a:xfrm>
            <a:off x="8558239" y="4460212"/>
            <a:ext cx="849323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0" name="Straight Arrow Connector 1129">
            <a:extLst>
              <a:ext uri="{FF2B5EF4-FFF2-40B4-BE49-F238E27FC236}">
                <a16:creationId xmlns:a16="http://schemas.microsoft.com/office/drawing/2014/main" id="{1A337062-1903-113D-E8F5-D4850D07D520}"/>
              </a:ext>
            </a:extLst>
          </p:cNvPr>
          <p:cNvCxnSpPr>
            <a:cxnSpLocks/>
            <a:endCxn id="1126" idx="0"/>
          </p:cNvCxnSpPr>
          <p:nvPr/>
        </p:nvCxnSpPr>
        <p:spPr>
          <a:xfrm>
            <a:off x="9407562" y="4462887"/>
            <a:ext cx="1" cy="550666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1" name="Oval 1130">
            <a:extLst>
              <a:ext uri="{FF2B5EF4-FFF2-40B4-BE49-F238E27FC236}">
                <a16:creationId xmlns:a16="http://schemas.microsoft.com/office/drawing/2014/main" id="{4086E4E0-5A96-F6D5-A982-B7DCD293D8E1}"/>
              </a:ext>
            </a:extLst>
          </p:cNvPr>
          <p:cNvSpPr>
            <a:spLocks noChangeAspect="1"/>
          </p:cNvSpPr>
          <p:nvPr/>
        </p:nvSpPr>
        <p:spPr>
          <a:xfrm>
            <a:off x="8057952" y="4272954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132" name="Oval 1131">
            <a:extLst>
              <a:ext uri="{FF2B5EF4-FFF2-40B4-BE49-F238E27FC236}">
                <a16:creationId xmlns:a16="http://schemas.microsoft.com/office/drawing/2014/main" id="{47FC3A91-A394-2F46-3B8F-B1DCE9AE7033}"/>
              </a:ext>
            </a:extLst>
          </p:cNvPr>
          <p:cNvSpPr>
            <a:spLocks noChangeAspect="1"/>
          </p:cNvSpPr>
          <p:nvPr/>
        </p:nvSpPr>
        <p:spPr>
          <a:xfrm>
            <a:off x="8057952" y="5013553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1133" name="Straight Arrow Connector 1132">
            <a:extLst>
              <a:ext uri="{FF2B5EF4-FFF2-40B4-BE49-F238E27FC236}">
                <a16:creationId xmlns:a16="http://schemas.microsoft.com/office/drawing/2014/main" id="{9E978EDE-522F-AE63-E63C-B402726130FA}"/>
              </a:ext>
            </a:extLst>
          </p:cNvPr>
          <p:cNvCxnSpPr>
            <a:endCxn id="1132" idx="0"/>
          </p:cNvCxnSpPr>
          <p:nvPr/>
        </p:nvCxnSpPr>
        <p:spPr>
          <a:xfrm>
            <a:off x="8169127" y="4460212"/>
            <a:ext cx="1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4" name="Oval 1133">
            <a:extLst>
              <a:ext uri="{FF2B5EF4-FFF2-40B4-BE49-F238E27FC236}">
                <a16:creationId xmlns:a16="http://schemas.microsoft.com/office/drawing/2014/main" id="{5B8FA515-2DDB-D8FF-F35C-1605D10E091E}"/>
              </a:ext>
            </a:extLst>
          </p:cNvPr>
          <p:cNvSpPr>
            <a:spLocks noChangeAspect="1"/>
          </p:cNvSpPr>
          <p:nvPr/>
        </p:nvSpPr>
        <p:spPr>
          <a:xfrm>
            <a:off x="8873075" y="4272954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135" name="Oval 1134">
            <a:extLst>
              <a:ext uri="{FF2B5EF4-FFF2-40B4-BE49-F238E27FC236}">
                <a16:creationId xmlns:a16="http://schemas.microsoft.com/office/drawing/2014/main" id="{FE615584-9C5D-89FE-C21D-5B19F755E03D}"/>
              </a:ext>
            </a:extLst>
          </p:cNvPr>
          <p:cNvSpPr>
            <a:spLocks noChangeAspect="1"/>
          </p:cNvSpPr>
          <p:nvPr/>
        </p:nvSpPr>
        <p:spPr>
          <a:xfrm>
            <a:off x="8873075" y="5013553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1136" name="Straight Arrow Connector 1135">
            <a:extLst>
              <a:ext uri="{FF2B5EF4-FFF2-40B4-BE49-F238E27FC236}">
                <a16:creationId xmlns:a16="http://schemas.microsoft.com/office/drawing/2014/main" id="{E79FD56D-CFBC-748A-E06B-7BEE8D3DB7BB}"/>
              </a:ext>
            </a:extLst>
          </p:cNvPr>
          <p:cNvCxnSpPr>
            <a:endCxn id="1135" idx="0"/>
          </p:cNvCxnSpPr>
          <p:nvPr/>
        </p:nvCxnSpPr>
        <p:spPr>
          <a:xfrm>
            <a:off x="8984249" y="4460212"/>
            <a:ext cx="1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7" name="Straight Arrow Connector 1136">
            <a:extLst>
              <a:ext uri="{FF2B5EF4-FFF2-40B4-BE49-F238E27FC236}">
                <a16:creationId xmlns:a16="http://schemas.microsoft.com/office/drawing/2014/main" id="{E2DE99FA-E6BF-2E82-B4F8-5F2DDCC9A4FC}"/>
              </a:ext>
            </a:extLst>
          </p:cNvPr>
          <p:cNvCxnSpPr>
            <a:cxnSpLocks/>
            <a:stCxn id="1131" idx="4"/>
            <a:endCxn id="1125" idx="0"/>
          </p:cNvCxnSpPr>
          <p:nvPr/>
        </p:nvCxnSpPr>
        <p:spPr>
          <a:xfrm>
            <a:off x="8169128" y="4460212"/>
            <a:ext cx="389112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8" name="Straight Arrow Connector 1137">
            <a:extLst>
              <a:ext uri="{FF2B5EF4-FFF2-40B4-BE49-F238E27FC236}">
                <a16:creationId xmlns:a16="http://schemas.microsoft.com/office/drawing/2014/main" id="{AB76E216-5F8E-3ED7-527D-40AFAFC8703C}"/>
              </a:ext>
            </a:extLst>
          </p:cNvPr>
          <p:cNvCxnSpPr>
            <a:cxnSpLocks/>
            <a:stCxn id="1123" idx="4"/>
            <a:endCxn id="1132" idx="0"/>
          </p:cNvCxnSpPr>
          <p:nvPr/>
        </p:nvCxnSpPr>
        <p:spPr>
          <a:xfrm flipH="1">
            <a:off x="8169128" y="4460212"/>
            <a:ext cx="389112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9" name="Straight Arrow Connector 1138">
            <a:extLst>
              <a:ext uri="{FF2B5EF4-FFF2-40B4-BE49-F238E27FC236}">
                <a16:creationId xmlns:a16="http://schemas.microsoft.com/office/drawing/2014/main" id="{3E4A748F-1E16-34AE-0E89-01A1A6CDBD66}"/>
              </a:ext>
            </a:extLst>
          </p:cNvPr>
          <p:cNvCxnSpPr>
            <a:cxnSpLocks/>
            <a:stCxn id="1131" idx="4"/>
            <a:endCxn id="1135" idx="0"/>
          </p:cNvCxnSpPr>
          <p:nvPr/>
        </p:nvCxnSpPr>
        <p:spPr>
          <a:xfrm>
            <a:off x="8169128" y="4460212"/>
            <a:ext cx="815122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0" name="Straight Arrow Connector 1139">
            <a:extLst>
              <a:ext uri="{FF2B5EF4-FFF2-40B4-BE49-F238E27FC236}">
                <a16:creationId xmlns:a16="http://schemas.microsoft.com/office/drawing/2014/main" id="{1A231FE4-C5A0-0F3A-4295-C4DBE13E0DE9}"/>
              </a:ext>
            </a:extLst>
          </p:cNvPr>
          <p:cNvCxnSpPr>
            <a:cxnSpLocks/>
            <a:stCxn id="1131" idx="4"/>
            <a:endCxn id="1126" idx="0"/>
          </p:cNvCxnSpPr>
          <p:nvPr/>
        </p:nvCxnSpPr>
        <p:spPr>
          <a:xfrm>
            <a:off x="8169128" y="4460212"/>
            <a:ext cx="1238435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1" name="Straight Arrow Connector 1140">
            <a:extLst>
              <a:ext uri="{FF2B5EF4-FFF2-40B4-BE49-F238E27FC236}">
                <a16:creationId xmlns:a16="http://schemas.microsoft.com/office/drawing/2014/main" id="{88E7293B-7E57-EF18-5F9D-BE73B71BB7BB}"/>
              </a:ext>
            </a:extLst>
          </p:cNvPr>
          <p:cNvCxnSpPr>
            <a:cxnSpLocks/>
            <a:stCxn id="1123" idx="4"/>
            <a:endCxn id="1135" idx="0"/>
          </p:cNvCxnSpPr>
          <p:nvPr/>
        </p:nvCxnSpPr>
        <p:spPr>
          <a:xfrm>
            <a:off x="8558239" y="4460212"/>
            <a:ext cx="426010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2" name="Straight Arrow Connector 1141">
            <a:extLst>
              <a:ext uri="{FF2B5EF4-FFF2-40B4-BE49-F238E27FC236}">
                <a16:creationId xmlns:a16="http://schemas.microsoft.com/office/drawing/2014/main" id="{29565667-21E1-6B3A-4A6C-D06DAD1429F7}"/>
              </a:ext>
            </a:extLst>
          </p:cNvPr>
          <p:cNvCxnSpPr>
            <a:cxnSpLocks/>
            <a:stCxn id="1134" idx="4"/>
            <a:endCxn id="1132" idx="0"/>
          </p:cNvCxnSpPr>
          <p:nvPr/>
        </p:nvCxnSpPr>
        <p:spPr>
          <a:xfrm flipH="1">
            <a:off x="8169128" y="4460212"/>
            <a:ext cx="815122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3" name="Straight Arrow Connector 1142">
            <a:extLst>
              <a:ext uri="{FF2B5EF4-FFF2-40B4-BE49-F238E27FC236}">
                <a16:creationId xmlns:a16="http://schemas.microsoft.com/office/drawing/2014/main" id="{1C354367-9588-620A-1517-3A29606F4042}"/>
              </a:ext>
            </a:extLst>
          </p:cNvPr>
          <p:cNvCxnSpPr>
            <a:cxnSpLocks/>
            <a:stCxn id="1134" idx="4"/>
            <a:endCxn id="1125" idx="0"/>
          </p:cNvCxnSpPr>
          <p:nvPr/>
        </p:nvCxnSpPr>
        <p:spPr>
          <a:xfrm flipH="1">
            <a:off x="8558239" y="4460212"/>
            <a:ext cx="426010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4" name="Straight Arrow Connector 1143">
            <a:extLst>
              <a:ext uri="{FF2B5EF4-FFF2-40B4-BE49-F238E27FC236}">
                <a16:creationId xmlns:a16="http://schemas.microsoft.com/office/drawing/2014/main" id="{06BEBACF-3749-5CAF-43F9-478DE9FFD821}"/>
              </a:ext>
            </a:extLst>
          </p:cNvPr>
          <p:cNvCxnSpPr>
            <a:cxnSpLocks/>
            <a:stCxn id="1124" idx="4"/>
            <a:endCxn id="1135" idx="0"/>
          </p:cNvCxnSpPr>
          <p:nvPr/>
        </p:nvCxnSpPr>
        <p:spPr>
          <a:xfrm flipH="1">
            <a:off x="8984250" y="4460212"/>
            <a:ext cx="423313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5" name="Straight Arrow Connector 1144">
            <a:extLst>
              <a:ext uri="{FF2B5EF4-FFF2-40B4-BE49-F238E27FC236}">
                <a16:creationId xmlns:a16="http://schemas.microsoft.com/office/drawing/2014/main" id="{D0111927-1715-A9DC-488D-B36D2B2E9521}"/>
              </a:ext>
            </a:extLst>
          </p:cNvPr>
          <p:cNvCxnSpPr>
            <a:cxnSpLocks/>
            <a:stCxn id="1134" idx="4"/>
            <a:endCxn id="1126" idx="0"/>
          </p:cNvCxnSpPr>
          <p:nvPr/>
        </p:nvCxnSpPr>
        <p:spPr>
          <a:xfrm>
            <a:off x="8984250" y="4460212"/>
            <a:ext cx="423313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6" name="Straight Arrow Connector 1145">
            <a:extLst>
              <a:ext uri="{FF2B5EF4-FFF2-40B4-BE49-F238E27FC236}">
                <a16:creationId xmlns:a16="http://schemas.microsoft.com/office/drawing/2014/main" id="{D4B9C592-C6FC-CFFF-E547-F5277D452EC2}"/>
              </a:ext>
            </a:extLst>
          </p:cNvPr>
          <p:cNvCxnSpPr>
            <a:cxnSpLocks/>
            <a:stCxn id="1124" idx="4"/>
            <a:endCxn id="1132" idx="0"/>
          </p:cNvCxnSpPr>
          <p:nvPr/>
        </p:nvCxnSpPr>
        <p:spPr>
          <a:xfrm flipH="1">
            <a:off x="8169128" y="4460212"/>
            <a:ext cx="1238435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3" name="Rectangle 1162">
            <a:extLst>
              <a:ext uri="{FF2B5EF4-FFF2-40B4-BE49-F238E27FC236}">
                <a16:creationId xmlns:a16="http://schemas.microsoft.com/office/drawing/2014/main" id="{EA46FBC9-FBE0-7BE7-1FE0-4D8AFB6B0638}"/>
              </a:ext>
            </a:extLst>
          </p:cNvPr>
          <p:cNvSpPr/>
          <p:nvPr/>
        </p:nvSpPr>
        <p:spPr>
          <a:xfrm>
            <a:off x="3841267" y="4759534"/>
            <a:ext cx="2671719" cy="1126307"/>
          </a:xfrm>
          <a:prstGeom prst="rect">
            <a:avLst/>
          </a:prstGeom>
          <a:noFill/>
          <a:ln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67" name="Elbow Connector 1166">
            <a:extLst>
              <a:ext uri="{FF2B5EF4-FFF2-40B4-BE49-F238E27FC236}">
                <a16:creationId xmlns:a16="http://schemas.microsoft.com/office/drawing/2014/main" id="{6CF60081-6A9A-C348-41AD-D5704E845FAC}"/>
              </a:ext>
            </a:extLst>
          </p:cNvPr>
          <p:cNvCxnSpPr>
            <a:cxnSpLocks/>
            <a:endCxn id="1098" idx="2"/>
          </p:cNvCxnSpPr>
          <p:nvPr/>
        </p:nvCxnSpPr>
        <p:spPr>
          <a:xfrm flipV="1">
            <a:off x="6510068" y="5260110"/>
            <a:ext cx="1750068" cy="306785"/>
          </a:xfrm>
          <a:prstGeom prst="bentConnector2">
            <a:avLst/>
          </a:prstGeom>
          <a:ln w="19050"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4" name="TextBox 1173">
            <a:extLst>
              <a:ext uri="{FF2B5EF4-FFF2-40B4-BE49-F238E27FC236}">
                <a16:creationId xmlns:a16="http://schemas.microsoft.com/office/drawing/2014/main" id="{142EBB81-F572-1052-B463-4E4227663830}"/>
              </a:ext>
            </a:extLst>
          </p:cNvPr>
          <p:cNvSpPr txBox="1"/>
          <p:nvPr/>
        </p:nvSpPr>
        <p:spPr>
          <a:xfrm>
            <a:off x="6710584" y="4261270"/>
            <a:ext cx="15710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N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Speech Encoder</a:t>
            </a:r>
            <a:endParaRPr lang="en-US" dirty="0">
              <a:latin typeface="Helvetica Neue Light" panose="02000403000000020004" pitchFamily="2" charset="0"/>
              <a:ea typeface="Helvetica Neue Light" panose="02000403000000020004" pitchFamily="2" charset="0"/>
              <a:cs typeface="Times New Roman" panose="02020603050405020304" pitchFamily="18" charset="0"/>
            </a:endParaRPr>
          </a:p>
          <a:p>
            <a:pPr algn="ctr"/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for retrieval</a:t>
            </a:r>
            <a:endParaRPr lang="en-CN">
              <a:latin typeface="Helvetica Neue Light" panose="02000403000000020004" pitchFamily="2" charset="0"/>
              <a:ea typeface="Helvetica Neue Light" panose="02000403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1175" name="Can 1174">
            <a:extLst>
              <a:ext uri="{FF2B5EF4-FFF2-40B4-BE49-F238E27FC236}">
                <a16:creationId xmlns:a16="http://schemas.microsoft.com/office/drawing/2014/main" id="{046C094F-4800-D8AE-41D2-F2583380816F}"/>
              </a:ext>
            </a:extLst>
          </p:cNvPr>
          <p:cNvSpPr/>
          <p:nvPr/>
        </p:nvSpPr>
        <p:spPr>
          <a:xfrm>
            <a:off x="10111025" y="4630978"/>
            <a:ext cx="1191718" cy="1134831"/>
          </a:xfrm>
          <a:prstGeom prst="can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Bilingual Term Database</a:t>
            </a:r>
          </a:p>
        </p:txBody>
      </p:sp>
      <p:sp>
        <p:nvSpPr>
          <p:cNvPr id="1176" name="Rounded Rectangle 1175">
            <a:extLst>
              <a:ext uri="{FF2B5EF4-FFF2-40B4-BE49-F238E27FC236}">
                <a16:creationId xmlns:a16="http://schemas.microsoft.com/office/drawing/2014/main" id="{91B968CD-76F0-2EAB-28AE-090951577B18}"/>
              </a:ext>
            </a:extLst>
          </p:cNvPr>
          <p:cNvSpPr/>
          <p:nvPr/>
        </p:nvSpPr>
        <p:spPr>
          <a:xfrm>
            <a:off x="9799504" y="3183904"/>
            <a:ext cx="1817832" cy="1108015"/>
          </a:xfrm>
          <a:prstGeom prst="roundRect">
            <a:avLst>
              <a:gd name="adj" fmla="val 7123"/>
            </a:avLst>
          </a:prstGeom>
          <a:ln w="190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177" name="Oval 1176">
            <a:extLst>
              <a:ext uri="{FF2B5EF4-FFF2-40B4-BE49-F238E27FC236}">
                <a16:creationId xmlns:a16="http://schemas.microsoft.com/office/drawing/2014/main" id="{095293F4-28F9-A853-FAAD-30B3723B61CC}"/>
              </a:ext>
            </a:extLst>
          </p:cNvPr>
          <p:cNvSpPr>
            <a:spLocks noChangeAspect="1"/>
          </p:cNvSpPr>
          <p:nvPr/>
        </p:nvSpPr>
        <p:spPr>
          <a:xfrm>
            <a:off x="10882285" y="3304763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179" name="Oval 1178">
            <a:extLst>
              <a:ext uri="{FF2B5EF4-FFF2-40B4-BE49-F238E27FC236}">
                <a16:creationId xmlns:a16="http://schemas.microsoft.com/office/drawing/2014/main" id="{F0105B4A-8C5B-1759-484E-97E634E021E6}"/>
              </a:ext>
            </a:extLst>
          </p:cNvPr>
          <p:cNvSpPr>
            <a:spLocks noChangeAspect="1"/>
          </p:cNvSpPr>
          <p:nvPr/>
        </p:nvSpPr>
        <p:spPr>
          <a:xfrm>
            <a:off x="10882285" y="4045362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1181" name="Straight Arrow Connector 1180">
            <a:extLst>
              <a:ext uri="{FF2B5EF4-FFF2-40B4-BE49-F238E27FC236}">
                <a16:creationId xmlns:a16="http://schemas.microsoft.com/office/drawing/2014/main" id="{868FA7BA-8159-86B6-DEB7-B827ED5E676F}"/>
              </a:ext>
            </a:extLst>
          </p:cNvPr>
          <p:cNvCxnSpPr>
            <a:endCxn id="1179" idx="0"/>
          </p:cNvCxnSpPr>
          <p:nvPr/>
        </p:nvCxnSpPr>
        <p:spPr>
          <a:xfrm>
            <a:off x="10993460" y="3492021"/>
            <a:ext cx="1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5" name="Oval 1184">
            <a:extLst>
              <a:ext uri="{FF2B5EF4-FFF2-40B4-BE49-F238E27FC236}">
                <a16:creationId xmlns:a16="http://schemas.microsoft.com/office/drawing/2014/main" id="{AE646903-00B7-DB46-6C6F-4FB8D0CCBC59}"/>
              </a:ext>
            </a:extLst>
          </p:cNvPr>
          <p:cNvSpPr>
            <a:spLocks noChangeAspect="1"/>
          </p:cNvSpPr>
          <p:nvPr/>
        </p:nvSpPr>
        <p:spPr>
          <a:xfrm>
            <a:off x="10493173" y="3304763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186" name="Oval 1185">
            <a:extLst>
              <a:ext uri="{FF2B5EF4-FFF2-40B4-BE49-F238E27FC236}">
                <a16:creationId xmlns:a16="http://schemas.microsoft.com/office/drawing/2014/main" id="{00C36CAB-883B-D477-AA7D-995EDB34E073}"/>
              </a:ext>
            </a:extLst>
          </p:cNvPr>
          <p:cNvSpPr>
            <a:spLocks noChangeAspect="1"/>
          </p:cNvSpPr>
          <p:nvPr/>
        </p:nvSpPr>
        <p:spPr>
          <a:xfrm>
            <a:off x="10493173" y="4045362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1187" name="Straight Arrow Connector 1186">
            <a:extLst>
              <a:ext uri="{FF2B5EF4-FFF2-40B4-BE49-F238E27FC236}">
                <a16:creationId xmlns:a16="http://schemas.microsoft.com/office/drawing/2014/main" id="{8A70F15C-CA0C-D2FF-A1DD-2848AB1B0B0E}"/>
              </a:ext>
            </a:extLst>
          </p:cNvPr>
          <p:cNvCxnSpPr>
            <a:endCxn id="1186" idx="0"/>
          </p:cNvCxnSpPr>
          <p:nvPr/>
        </p:nvCxnSpPr>
        <p:spPr>
          <a:xfrm>
            <a:off x="10604348" y="3492021"/>
            <a:ext cx="1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8" name="Oval 1187">
            <a:extLst>
              <a:ext uri="{FF2B5EF4-FFF2-40B4-BE49-F238E27FC236}">
                <a16:creationId xmlns:a16="http://schemas.microsoft.com/office/drawing/2014/main" id="{22B8D95B-B283-9B77-0BD1-7380930F17D7}"/>
              </a:ext>
            </a:extLst>
          </p:cNvPr>
          <p:cNvSpPr>
            <a:spLocks noChangeAspect="1"/>
          </p:cNvSpPr>
          <p:nvPr/>
        </p:nvSpPr>
        <p:spPr>
          <a:xfrm>
            <a:off x="11308296" y="3304763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sp>
        <p:nvSpPr>
          <p:cNvPr id="1189" name="Oval 1188">
            <a:extLst>
              <a:ext uri="{FF2B5EF4-FFF2-40B4-BE49-F238E27FC236}">
                <a16:creationId xmlns:a16="http://schemas.microsoft.com/office/drawing/2014/main" id="{BBDB0857-66C5-BA2E-5125-B6E31017C540}"/>
              </a:ext>
            </a:extLst>
          </p:cNvPr>
          <p:cNvSpPr>
            <a:spLocks noChangeAspect="1"/>
          </p:cNvSpPr>
          <p:nvPr/>
        </p:nvSpPr>
        <p:spPr>
          <a:xfrm>
            <a:off x="11308296" y="4045362"/>
            <a:ext cx="222350" cy="187258"/>
          </a:xfrm>
          <a:prstGeom prst="ellipse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1190" name="Straight Arrow Connector 1189">
            <a:extLst>
              <a:ext uri="{FF2B5EF4-FFF2-40B4-BE49-F238E27FC236}">
                <a16:creationId xmlns:a16="http://schemas.microsoft.com/office/drawing/2014/main" id="{F3CC3DBD-3B16-197B-9D47-B5C8C7B055C8}"/>
              </a:ext>
            </a:extLst>
          </p:cNvPr>
          <p:cNvCxnSpPr>
            <a:endCxn id="1189" idx="0"/>
          </p:cNvCxnSpPr>
          <p:nvPr/>
        </p:nvCxnSpPr>
        <p:spPr>
          <a:xfrm>
            <a:off x="11419470" y="3492021"/>
            <a:ext cx="1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1" name="Straight Arrow Connector 1190">
            <a:extLst>
              <a:ext uri="{FF2B5EF4-FFF2-40B4-BE49-F238E27FC236}">
                <a16:creationId xmlns:a16="http://schemas.microsoft.com/office/drawing/2014/main" id="{73099682-E414-D9C1-89D6-26BDA30DC8D6}"/>
              </a:ext>
            </a:extLst>
          </p:cNvPr>
          <p:cNvCxnSpPr>
            <a:cxnSpLocks/>
            <a:stCxn id="1185" idx="4"/>
            <a:endCxn id="1179" idx="0"/>
          </p:cNvCxnSpPr>
          <p:nvPr/>
        </p:nvCxnSpPr>
        <p:spPr>
          <a:xfrm>
            <a:off x="10604349" y="3492021"/>
            <a:ext cx="389112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2" name="Straight Arrow Connector 1191">
            <a:extLst>
              <a:ext uri="{FF2B5EF4-FFF2-40B4-BE49-F238E27FC236}">
                <a16:creationId xmlns:a16="http://schemas.microsoft.com/office/drawing/2014/main" id="{F20E6532-DB3F-E13A-91D9-5AE6C9D32138}"/>
              </a:ext>
            </a:extLst>
          </p:cNvPr>
          <p:cNvCxnSpPr>
            <a:cxnSpLocks/>
            <a:stCxn id="1177" idx="4"/>
            <a:endCxn id="1186" idx="0"/>
          </p:cNvCxnSpPr>
          <p:nvPr/>
        </p:nvCxnSpPr>
        <p:spPr>
          <a:xfrm flipH="1">
            <a:off x="10604349" y="3492021"/>
            <a:ext cx="389112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3" name="Straight Arrow Connector 1192">
            <a:extLst>
              <a:ext uri="{FF2B5EF4-FFF2-40B4-BE49-F238E27FC236}">
                <a16:creationId xmlns:a16="http://schemas.microsoft.com/office/drawing/2014/main" id="{1D2D3628-F588-5306-20F2-850F8EF45E00}"/>
              </a:ext>
            </a:extLst>
          </p:cNvPr>
          <p:cNvCxnSpPr>
            <a:cxnSpLocks/>
            <a:stCxn id="1185" idx="4"/>
            <a:endCxn id="1189" idx="0"/>
          </p:cNvCxnSpPr>
          <p:nvPr/>
        </p:nvCxnSpPr>
        <p:spPr>
          <a:xfrm>
            <a:off x="10604349" y="3492021"/>
            <a:ext cx="815122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5" name="Straight Arrow Connector 1194">
            <a:extLst>
              <a:ext uri="{FF2B5EF4-FFF2-40B4-BE49-F238E27FC236}">
                <a16:creationId xmlns:a16="http://schemas.microsoft.com/office/drawing/2014/main" id="{FCE828D4-A1E4-1D60-E7CF-9DE5D6CFC2E7}"/>
              </a:ext>
            </a:extLst>
          </p:cNvPr>
          <p:cNvCxnSpPr>
            <a:cxnSpLocks/>
            <a:stCxn id="1177" idx="4"/>
            <a:endCxn id="1189" idx="0"/>
          </p:cNvCxnSpPr>
          <p:nvPr/>
        </p:nvCxnSpPr>
        <p:spPr>
          <a:xfrm>
            <a:off x="10993460" y="3492021"/>
            <a:ext cx="426010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6" name="Straight Arrow Connector 1195">
            <a:extLst>
              <a:ext uri="{FF2B5EF4-FFF2-40B4-BE49-F238E27FC236}">
                <a16:creationId xmlns:a16="http://schemas.microsoft.com/office/drawing/2014/main" id="{74FF6EC3-3759-E1AD-87F6-ADE33859F71B}"/>
              </a:ext>
            </a:extLst>
          </p:cNvPr>
          <p:cNvCxnSpPr>
            <a:cxnSpLocks/>
            <a:stCxn id="1188" idx="4"/>
            <a:endCxn id="1186" idx="0"/>
          </p:cNvCxnSpPr>
          <p:nvPr/>
        </p:nvCxnSpPr>
        <p:spPr>
          <a:xfrm flipH="1">
            <a:off x="10604349" y="3492021"/>
            <a:ext cx="815122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7" name="Straight Arrow Connector 1196">
            <a:extLst>
              <a:ext uri="{FF2B5EF4-FFF2-40B4-BE49-F238E27FC236}">
                <a16:creationId xmlns:a16="http://schemas.microsoft.com/office/drawing/2014/main" id="{C12B3564-A5C8-E6FA-7086-70CEEB9CEA01}"/>
              </a:ext>
            </a:extLst>
          </p:cNvPr>
          <p:cNvCxnSpPr>
            <a:cxnSpLocks/>
            <a:stCxn id="1188" idx="4"/>
            <a:endCxn id="1179" idx="0"/>
          </p:cNvCxnSpPr>
          <p:nvPr/>
        </p:nvCxnSpPr>
        <p:spPr>
          <a:xfrm flipH="1">
            <a:off x="10993460" y="3492021"/>
            <a:ext cx="426010" cy="553342"/>
          </a:xfrm>
          <a:prstGeom prst="straightConnector1">
            <a:avLst/>
          </a:prstGeom>
          <a:ln w="3175">
            <a:tailEnd type="non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4" name="TextBox 1203">
            <a:extLst>
              <a:ext uri="{FF2B5EF4-FFF2-40B4-BE49-F238E27FC236}">
                <a16:creationId xmlns:a16="http://schemas.microsoft.com/office/drawing/2014/main" id="{28F9E2C2-5083-59DD-1B75-F4B91E8A39FF}"/>
              </a:ext>
            </a:extLst>
          </p:cNvPr>
          <p:cNvSpPr txBox="1"/>
          <p:nvPr/>
        </p:nvSpPr>
        <p:spPr>
          <a:xfrm>
            <a:off x="9679688" y="3385834"/>
            <a:ext cx="10968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Text Encoder</a:t>
            </a:r>
          </a:p>
        </p:txBody>
      </p:sp>
      <p:cxnSp>
        <p:nvCxnSpPr>
          <p:cNvPr id="1206" name="Straight Arrow Connector 1205">
            <a:extLst>
              <a:ext uri="{FF2B5EF4-FFF2-40B4-BE49-F238E27FC236}">
                <a16:creationId xmlns:a16="http://schemas.microsoft.com/office/drawing/2014/main" id="{4930BAF7-CD9D-1D08-C9CE-AEEF6A92518A}"/>
              </a:ext>
            </a:extLst>
          </p:cNvPr>
          <p:cNvCxnSpPr>
            <a:stCxn id="1175" idx="1"/>
            <a:endCxn id="1176" idx="2"/>
          </p:cNvCxnSpPr>
          <p:nvPr/>
        </p:nvCxnSpPr>
        <p:spPr>
          <a:xfrm flipV="1">
            <a:off x="10706884" y="4291919"/>
            <a:ext cx="1536" cy="3390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8" name="Rectangle 1207">
            <a:extLst>
              <a:ext uri="{FF2B5EF4-FFF2-40B4-BE49-F238E27FC236}">
                <a16:creationId xmlns:a16="http://schemas.microsoft.com/office/drawing/2014/main" id="{F59E10CD-AB66-3666-EB47-ACD053F2BE85}"/>
              </a:ext>
            </a:extLst>
          </p:cNvPr>
          <p:cNvSpPr/>
          <p:nvPr/>
        </p:nvSpPr>
        <p:spPr>
          <a:xfrm>
            <a:off x="7322461" y="3248779"/>
            <a:ext cx="1879643" cy="66495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Vector Retrieve </a:t>
            </a:r>
          </a:p>
          <a:p>
            <a:pPr algn="ctr"/>
            <a:r>
              <a:rPr lang="en-US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(</a:t>
            </a:r>
            <a:r>
              <a:rPr lang="en-US" dirty="0" err="1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Faiss</a:t>
            </a:r>
            <a:r>
              <a:rPr lang="en-US" dirty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rPr>
              <a:t> ANN)</a:t>
            </a:r>
          </a:p>
        </p:txBody>
      </p:sp>
      <p:cxnSp>
        <p:nvCxnSpPr>
          <p:cNvPr id="1209" name="Straight Arrow Connector 1208">
            <a:extLst>
              <a:ext uri="{FF2B5EF4-FFF2-40B4-BE49-F238E27FC236}">
                <a16:creationId xmlns:a16="http://schemas.microsoft.com/office/drawing/2014/main" id="{2E558647-EE5C-2EB3-BBC1-B6B96B41273D}"/>
              </a:ext>
            </a:extLst>
          </p:cNvPr>
          <p:cNvCxnSpPr>
            <a:cxnSpLocks/>
            <a:endCxn id="1208" idx="3"/>
          </p:cNvCxnSpPr>
          <p:nvPr/>
        </p:nvCxnSpPr>
        <p:spPr>
          <a:xfrm flipH="1">
            <a:off x="9202104" y="3581254"/>
            <a:ext cx="58971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3" name="Straight Arrow Connector 1212">
            <a:extLst>
              <a:ext uri="{FF2B5EF4-FFF2-40B4-BE49-F238E27FC236}">
                <a16:creationId xmlns:a16="http://schemas.microsoft.com/office/drawing/2014/main" id="{212C7EBE-910E-E5B6-3208-20BE18067506}"/>
              </a:ext>
            </a:extLst>
          </p:cNvPr>
          <p:cNvCxnSpPr>
            <a:cxnSpLocks/>
            <a:stCxn id="1098" idx="0"/>
            <a:endCxn id="1208" idx="2"/>
          </p:cNvCxnSpPr>
          <p:nvPr/>
        </p:nvCxnSpPr>
        <p:spPr>
          <a:xfrm flipV="1">
            <a:off x="8260136" y="3913729"/>
            <a:ext cx="2147" cy="2383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7" name="TextBox 1216">
            <a:extLst>
              <a:ext uri="{FF2B5EF4-FFF2-40B4-BE49-F238E27FC236}">
                <a16:creationId xmlns:a16="http://schemas.microsoft.com/office/drawing/2014/main" id="{4BF74EBB-B326-FB7C-1C25-9407674CAB54}"/>
              </a:ext>
            </a:extLst>
          </p:cNvPr>
          <p:cNvSpPr txBox="1"/>
          <p:nvPr/>
        </p:nvSpPr>
        <p:spPr>
          <a:xfrm>
            <a:off x="7408046" y="2653995"/>
            <a:ext cx="13885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Helvetica Neue Light" panose="02000403000000020004" pitchFamily="2" charset="0"/>
                <a:ea typeface="Helvetica Neue Light" panose="02000403000000020004" pitchFamily="2" charset="0"/>
              </a:rPr>
              <a:t>Disney : </a:t>
            </a:r>
            <a:r>
              <a:rPr lang="en-US" sz="1400" dirty="0" err="1">
                <a:latin typeface="Helvetica Neue Light" panose="02000403000000020004" pitchFamily="2" charset="0"/>
                <a:ea typeface="Helvetica Neue Light" panose="02000403000000020004" pitchFamily="2" charset="0"/>
              </a:rPr>
              <a:t>迪士尼</a:t>
            </a:r>
            <a:endParaRPr lang="en-US" sz="1400" dirty="0">
              <a:latin typeface="Helvetica Neue Light" panose="02000403000000020004" pitchFamily="2" charset="0"/>
              <a:ea typeface="Helvetica Neue Light" panose="02000403000000020004" pitchFamily="2" charset="0"/>
            </a:endParaRPr>
          </a:p>
        </p:txBody>
      </p:sp>
      <p:cxnSp>
        <p:nvCxnSpPr>
          <p:cNvPr id="1218" name="Straight Arrow Connector 1217">
            <a:extLst>
              <a:ext uri="{FF2B5EF4-FFF2-40B4-BE49-F238E27FC236}">
                <a16:creationId xmlns:a16="http://schemas.microsoft.com/office/drawing/2014/main" id="{43CAB304-A8FE-C850-964E-59B16F227272}"/>
              </a:ext>
            </a:extLst>
          </p:cNvPr>
          <p:cNvCxnSpPr>
            <a:cxnSpLocks/>
          </p:cNvCxnSpPr>
          <p:nvPr/>
        </p:nvCxnSpPr>
        <p:spPr>
          <a:xfrm flipV="1">
            <a:off x="8240361" y="2989204"/>
            <a:ext cx="2147" cy="2383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9" name="TextBox 1218">
            <a:extLst>
              <a:ext uri="{FF2B5EF4-FFF2-40B4-BE49-F238E27FC236}">
                <a16:creationId xmlns:a16="http://schemas.microsoft.com/office/drawing/2014/main" id="{941739C4-9DD9-993A-3E5F-E0D17B2C1527}"/>
              </a:ext>
            </a:extLst>
          </p:cNvPr>
          <p:cNvSpPr txBox="1"/>
          <p:nvPr/>
        </p:nvSpPr>
        <p:spPr>
          <a:xfrm>
            <a:off x="9911829" y="1066195"/>
            <a:ext cx="11012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迪士尼</a:t>
            </a:r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1222" name="TextBox 1221">
            <a:extLst>
              <a:ext uri="{FF2B5EF4-FFF2-40B4-BE49-F238E27FC236}">
                <a16:creationId xmlns:a16="http://schemas.microsoft.com/office/drawing/2014/main" id="{17175C9E-1D3A-AF77-C8E4-6E740A41E497}"/>
              </a:ext>
            </a:extLst>
          </p:cNvPr>
          <p:cNvSpPr txBox="1"/>
          <p:nvPr/>
        </p:nvSpPr>
        <p:spPr>
          <a:xfrm>
            <a:off x="6734247" y="2017292"/>
            <a:ext cx="13017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term: </a:t>
            </a:r>
            <a:r>
              <a:rPr lang="en-US" sz="1400" dirty="0" err="1">
                <a:latin typeface="Helvetica Neue Light" panose="02000403000000020004" pitchFamily="2" charset="0"/>
                <a:ea typeface="Helvetica Neue Light" panose="02000403000000020004" pitchFamily="2" charset="0"/>
                <a:cs typeface="Times New Roman" panose="02020603050405020304" pitchFamily="18" charset="0"/>
              </a:rPr>
              <a:t>迪士尼</a:t>
            </a:r>
            <a:endParaRPr lang="en-CN" sz="1400">
              <a:latin typeface="Helvetica Neue Light" panose="02000403000000020004" pitchFamily="2" charset="0"/>
              <a:ea typeface="Helvetica Neue Light" panose="02000403000000020004" pitchFamily="2" charset="0"/>
              <a:cs typeface="Times New Roman" panose="02020603050405020304" pitchFamily="18" charset="0"/>
            </a:endParaRPr>
          </a:p>
        </p:txBody>
      </p:sp>
      <p:cxnSp>
        <p:nvCxnSpPr>
          <p:cNvPr id="1226" name="Curved Connector 1225">
            <a:extLst>
              <a:ext uri="{FF2B5EF4-FFF2-40B4-BE49-F238E27FC236}">
                <a16:creationId xmlns:a16="http://schemas.microsoft.com/office/drawing/2014/main" id="{7AE9A49D-4907-BD65-52D8-C50522E8B73A}"/>
              </a:ext>
            </a:extLst>
          </p:cNvPr>
          <p:cNvCxnSpPr>
            <a:cxnSpLocks/>
            <a:stCxn id="1217" idx="0"/>
            <a:endCxn id="1222" idx="2"/>
          </p:cNvCxnSpPr>
          <p:nvPr/>
        </p:nvCxnSpPr>
        <p:spPr>
          <a:xfrm rot="16200000" flipV="1">
            <a:off x="7579242" y="2130929"/>
            <a:ext cx="328926" cy="717205"/>
          </a:xfrm>
          <a:prstGeom prst="curvedConnector3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9457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111</Words>
  <Application>Microsoft Macintosh PowerPoint</Application>
  <PresentationFormat>Widescreen</PresentationFormat>
  <Paragraphs>51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Helvetica Neue Light</vt:lpstr>
      <vt:lpstr>Helvetica Neue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Lei Li</dc:creator>
  <cp:lastModifiedBy>Lei Li</cp:lastModifiedBy>
  <cp:revision>1</cp:revision>
  <dcterms:created xsi:type="dcterms:W3CDTF">2026-01-06T09:33:31Z</dcterms:created>
  <dcterms:modified xsi:type="dcterms:W3CDTF">2026-01-06T10:23:12Z</dcterms:modified>
</cp:coreProperties>
</file>